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85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Source: https://internationalsos.atlassian.net/wiki/spaces/AD/pages/6896156677
Evidence snapshot: 8 October 2026.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Source: https://internationalsos.atlassian.net/wiki/spaces/AD/pages/6895960137
Evidence snapshot: 8 October 2026.
Topic 1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https://playwright.dev/docs/pages
https://playwright.dev/docs/test-reporters
https://github.com/microsoft/playwright/blob/main/LICENSE
https://github.com/bulubuloa/AS.APAC.AI.Workshop/blob/main/roadside-web/tests/02-dealer.spec.ts
Code sketch reuses fixture locators; it is not a standalone script.
Source: https://internationalsos.atlassian.net/wiki/spaces/AD/pages/6895960137
Evidence snapshot: 8 October 2026.
Topic 1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https://github.com/SeleniumHQ/selenium/blob/trunk/LICENSE
https://www.selenium.dev/documentation/webdriver/interactions/windows/
Illustrative Python sketch; imports/fixture/driver omitted.
Source: https://internationalsos.atlassian.net/wiki/spaces/AD/pages/6895960137
Evidence snapshot: 8 October 2026.
Topic 1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https://docs.cypress.io/app/faq
https://docs.cypress.io/app/references/trade-offs
Cypress documents multi-tab through @cypress/puppeteer. Code is illustrative, not executed here.
Source: https://internationalsos.atlassian.net/wiki/spaces/AD/pages/6895960137
Evidence snapshot: 8 October 2026.
Topic 1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https://robotframework.org/
https://robotframework-browser.org/
https://github.com/MarketSquare/robotframework-browser
Illustrative keywords; browser/context setup omitted.
Source: https://internationalsos.atlassian.net/wiki/spaces/AD/pages/6895960137
Evidence snapshot: 8 October 2026.
Topic 1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https://katalon.com/pricing
https://www.katalon.com/terms
https://docs.katalon.com/katalon-studio/keywords/keyword-description-in-katalon-studio/web-ui-keywords/webui-verify-element-attribute-value
Illustrative Groovy sketch; object repository/fixtures/imports required.
Source: https://internationalsos.atlassian.net/wiki/spaces/AD/pages/6895960137
Evidence snapshot: 8 October 2026.
Topic 1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https://github.com/appium/appium/blob/master/LICENSE
https://github.com/webdriverio/webdriverio/blob/main/LICENSE
https://appium.io/docs/en/latest/intro/
https://github.com/bulubuloa/AS.APAC.AI.Workshop/tree/main/roadside-android
Illustrative Page Object sketch; adapt method names to source.
Source: https://internationalsos.atlassian.net/wiki/spaces/AD/pages/6895960137
Evidence snapshot: 8 October 2026.
Topic 1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https://github.com/mobile-dev-inc/maestro/blob/main/LICENSE
https://docs.maestro.dev/get-started/quickstart
Illustrative abbreviated YAML; password/policy steps omitted.
Source: https://internationalsos.atlassian.net/wiki/spaces/AD/pages/6895960137
Evidence snapshot: 8 October 2026.
Topic 1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https://www.cypress.io/pricing
https://katalon.com/pricing
Cypress annual monthly equivalents are rounded $67/$267. Katalon promotion first 3 eligible seats, first online purchase, until 31 Oct 2026; renewal and Runtime Engine/TestCloud add-ons require confirmation. Enterprise plans are quote-based.
Source: https://internationalsos.atlassian.net/wiki/spaces/AD/pages/6895960137
Evidence snapshot: 8 October 2026.
Topic 1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https://maestro.dev/pricing
https://katalon.com/pricing
https://www.cypress.io/pricing
Maestro annual equivalent $6,000 at unchanged rate; web-device rate requires inquiry. Eligible Katalon temporary promotion totals $3,000/year for 3 seats, excluding add-ons. Cypress extra-result fees depend on contracted billing.
Source: https://internationalsos.atlassian.net/wiki/spaces/AD/pages/6895960137
Evidence snapshot: 8 October 2026.
Topic 1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https://playwright.dev/docs/trace-viewer
https://playwright.dev/docs/actionability
https://github.com/bulubuloa/AS.APAC.AI.Workshop/tree/main/roadside-web
Source: https://internationalsos.atlassian.net/wiki/spaces/AD/pages/6895960137
Evidence snapshot: 8 October 2026.
Topic 1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Source: https://internationalsos.atlassian.net/wiki/spaces/AD/pages/6896910361
Evidence snapshot: 8 October 2026.
Topic 2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Source: https://internationalsos.atlassian.net/wiki/spaces/AD/pages/6896910361
Evidence snapshot: 8 October 2026.
Topic 2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benchmark, not executed. Suggested cases: dependent job creation, popup detail, API fallback, vendor Save/detail/CMS, read-only DB consistency.
Source: https://internationalsos.atlassian.net/wiki/spaces/AD/pages/6896910361
Evidence snapshot: 8 October 2026.
Topic 2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Source: https://internationalsos.atlassian.net/wiki/spaces/AD/pages/6896287838
Evidence snapshot: 8 October 2026.
Topic 3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Saved TC-VENDOR-CREATE-002 evidence, 8 Oct 2026. Full DB consistency is a separate check. Screenshots show the exercised flow, not every optional field.
Source: https://internationalsos.atlassian.net/wiki/spaces/AD/pages/6896287838
Evidence snapshot: 8 October 2026.
Topic 3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Source: https://internationalsos.atlassian.net/wiki/spaces/AD/pages/6896287838
Evidence snapshot: 8 October 2026.
Topic 3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page 6772031506; larger original suite and artifacts were unavailable in current checkout. 61/449 = 13.5857%; rounded 13.6%.
Source: https://internationalsos.atlassian.net/wiki/spaces/AD/pages/6895534237
Evidence snapshot: 8 October 2026.
Topic 4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Source: https://internationalsos.atlassian.net/wiki/spaces/AD/pages/6895534237
Evidence snapshot: 8 October 2026.
Topic 4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Source: https://internationalsos.atlassian.net/wiki/spaces/AD/pages/6895534237
Evidence snapshot: 8 October 2026.
Topic 4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Source: https://internationalsos.atlassian.net/wiki/spaces/AD/pages/6896681063
Evidence snapshot: 8 October 2026.
Topic 5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Source: https://internationalsos.atlassian.net/wiki/spaces/AD/pages/6896681063
Evidence snapshot: 8 October 2026.
Topic 5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Source: https://internationalsos.atlassian.net/wiki/spaces/AD/pages/6896681063
Evidence snapshot: 8 October 2026.
Topic 5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Source: https://internationalsos.atlassian.net/wiki/spaces/AD/pages/6896681063
Evidence snapshot: 8 October 2026.
Topic 5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Source: https://internationalsos.atlassian.net/wiki/spaces/AD/pages/6896681090
Evidence snapshot: 8 October 2026.
Topic 6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Source: https://internationalsos.atlassian.net/wiki/spaces/AD/pages/6896681090
Evidence snapshot: 8 October 2026.
Topic 6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https://playwright.dev/docs/ci
https://docs.aws.amazon.com/codebuild/latest/userguide/test-reporting.html
https://docs.aws.amazon.com/codebuild/latest/userguide/vpc-support.html
Draft at docs/qa-automation-poc/pipeline/buildspec.poc.yml; source repository root contains roadside-web. Requires project secrets/image/network setup.
Source: https://internationalsos.atlassian.net/wiki/spaces/AD/pages/6896681090
Evidence snapshot: 8 October 2026.
Topic 6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Source: https://internationalsos.atlassian.net/wiki/spaces/AD/pages/6896681090
Evidence snapshot: 8 October 2026.
Topic 6 of six.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https://internationalsos.atlassian.net/wiki/spaces/AD/pages/6895960137
https://internationalsos.atlassian.net/wiki/spaces/AD/pages/6896910361
https://internationalsos.atlassian.net/wiki/spaces/AD/pages/6896287838
https://internationalsos.atlassian.net/wiki/spaces/AD/pages/6895534237
https://internationalsos.atlassian.net/wiki/spaces/AD/pages/6896681063
https://internationalsos.atlassian.net/wiki/spaces/AD/pages/6896681090
https://github.com/bulubuloa/AS.APAC.AI.Workshop
https://internationalsos.atlassian.net/wiki/spaces/AD/pages/6896091147
https://internationalsos.atlassian.net/wiki/spaces/AD/pages/6894092390
Source: https://internationalsos.atlassian.net/wiki/spaces/AD/pages/6896156677
Evidence snapshot: 8 October 2026.
Examples are abbreviated unless explicitly identified as executed POC evidence. Pricing is an 8 October 2026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8CBD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 ASPIRE DIGITAL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94360" y="1856232"/>
            <a:ext cx="10698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automation: tools and POC results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594360" y="36850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questions for the APAC Aspire AI workshop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466344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CCDB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RoadSide web • Benefit admin • Aspire Partner Android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CCDB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evidence and a staged pipeline plan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CCDB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October 2026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Tools and why Playwright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behind the tool choice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82496"/>
          <a:ext cx="10972800" cy="3803904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2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Requirement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Our example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Browser navigation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RSA dealer detail opens in a new tab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Business assertions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Dealer code/name; vendor values versus CMS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Evidence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HTML/JUnit, screenshots, trace and video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Execution control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Required pack count and failure/skip gate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 Android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Login, vehicle, fresh OTP and dashboard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for web; Appium + WebdriverIO for native mobile.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Tools and why Playwright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Playwright: popup detail and field assertions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Apache-2.0; $0 core framework fee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82549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runner, HTML/JUnit and traces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RSA popup test compares code and name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1746504"/>
            <a:ext cx="5596128" cy="370332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popup = page.waitForEvent('popup');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dealerLink.click();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detail = await popup;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expect(detailName)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.toHaveValue(expectedName);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executable example: roadside-web / TC02.2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Tools and why Playwright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Selenium: established language and Grid assets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Apache-2.0; $0 core framework fee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82549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fit for an existing Java/C# ecosystem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Runner and evidence conventions need assembly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1746504"/>
            <a:ext cx="5596128" cy="370332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 = WebDriverWait(driver, 10).until(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EC.visibility_of_element_located(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(By.ID, "vendorName")))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field.get_attribute("value") == expected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test the same values; no comparative run was performed.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Tools and why Playwright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Cypress: interactive single-tab workflow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MIT; Cypress App is free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82549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recording is an optional service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RSA new-tab checks use a plugin or adaptation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1746504"/>
            <a:ext cx="5596128" cy="370332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cy.visit(detailUrl);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cy.get('[data-testid=vendor-name]')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.should('have.value', expectedName);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 frontend alternative; our popup fits Playwright directly.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Tools and why Playwright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Robot Framework: keywords over Playwright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Apache-2.0 core and Browser library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82549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Readable keywords for QA authoring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CMS/DB helpers still need custom integration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1746504"/>
            <a:ext cx="5596128" cy="370332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 Settings ***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    Browser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 Test Cases ***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 Name Matches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Page    %{DETAIL_URL}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 Property    id=vendorName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    value    ==    QA Vendor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different authoring layer; Browser uses Playwright underneath.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Tools and why Playwright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Katalon: guided authoring and object repository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commercial terms; local Free tier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82549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Recorded flows and curated test objects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requires a Runtime Engine add-on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1746504"/>
            <a:ext cx="5596128" cy="370332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WebUI.navigateToUrl(detailUrl)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WebUI.verifyElementAttributeValue(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findTestObject('Vendor/Name'),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'value', 'QA Vendor', 10)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 when low-code and vendor support outweigh added licensing.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Tools and why Playwright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Appium + WebdriverIO: native Android control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Appium Apache-2.0; WebdriverIO MIT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82549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UiAutomator2 drives native screens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vehicle/OTP helpers can be reused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1746504"/>
            <a:ext cx="5596128" cy="370332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LoginScreen.open();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LoginScreen.signIn(user, password);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expect(vehiclePicker)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.toBeDisplayed();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Retain for Aspire Partner; a browser viewport is not native evidence.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Tools and why Playwright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Maestro: concise mobile smoke flows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Apache-2.0; local CLI free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82549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YAML for a readable native journey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fresh-OTP helper needs adaptation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1746504"/>
            <a:ext cx="5596128" cy="370332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appId: com.aspire.partner.uat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launchApp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tapOn: "Username"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inputText: ${TEST_USERNAME}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tapOn: "Sign in"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assertVisible: "Select vehicle"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mobile alternative; not benchmarked against our Appium pack.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Tools and why Playwright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licensing and optional cloud costs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82496"/>
          <a:ext cx="10972800" cy="3803904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Advertised USD price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Boundary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Playwright / Selenium / Robot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 core fee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CI, storage and engineering extra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Cypress App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$0; MIT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 optional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Cypress Cloud Team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$799/year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120k results/year in annual plan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Cypress Cloud Business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$3,199/year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120k results/year; extra usage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Katalon Professional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$2,199/seat/year displayed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$1,000 eligible promotion; CI add-on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Checked 8 Oct 2026. Free execution does not mean zero operating cost.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Tools and why Playwright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and workload cost examples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82496"/>
          <a:ext cx="10972800" cy="3803904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2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Assumed scenario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License/subscription impact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Appium/WDIO on own emulator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 core; runner and device operation extra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Maestro: 2 concurrent cloud devices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× $250 = $500/month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Katalon Professional authors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× $2,199 = $6,597/year standard basis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cases × 10 daily runs × 22 days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22,000 results/month; 264,000/year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Cypress Team at assumed volume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144k/year above included 120k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Assumptions for budgeting, not measured spend or savings.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Tools and why Playwright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we choose Playwright for web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764792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actual RSA popup workflow already has reviewed assertions.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532888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 creation/detail checks demonstrate CMS value comparison.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300984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runner produces inspectable HTML/JUnit and retained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4069080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TypeScript examples avoid a migration for this POC.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4837176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mandatory framework or hosted-report subscription.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justified project fit; no universal speed or cost superiority is claimed.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Codex versus Claude Code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and Claude: evidence from different workloads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82496"/>
          <a:ext cx="10972800" cy="380390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Dimension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Claude Code RSA POC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Codex Benefit POC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Attribution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Reported in company source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This working session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Output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61 cases → 71 tests reported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Creation + Save/detail/CMS checks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Last result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 passed / 14 skipped reported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TC002 + setup passed; 19 comparisons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Scope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RSA catalogue subset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Benefit vendor workflow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Interpretation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matched benchmark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agent winner established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execution time is not AI authoring productivity.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Codex versus Claude Code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worked and what needed correction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700784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Reported Claude evidence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19088" y="1700784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Codex evidence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review corrected NEW badge expectations.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Search/prefix rules were identified.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594360" y="393192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Accounts, identity and fixtures blocked 14 tests.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419088" y="237744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success and CMS rendering checks passed.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6419088" y="315468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Thailand/global reload prerequisite needed a user correction.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6419088" y="393192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Asset-ID and comparison assumptions needed fixes.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review and valid environment access were necessary in both POCs.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Codex versus Claude Code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fair agent benchmark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764792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same five reviewed cases, repo commit and UAT fixtures.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532888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equal access, permissions and authoring time.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300984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model version, prompts and human interventions.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4069080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 accepted-test time, false defect reports and seeded-fault detection.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4837176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actual billed usage and maintenance after a UI change.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an authoring standard after matched evidence; keep one reviewed runtime.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Recommendation and POC proof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tools and their boundaries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82496"/>
          <a:ext cx="10972800" cy="380390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Workstream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Reason / boundary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regression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Playwright Test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Existing popup and vendor POC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 Android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Appium + WebdriverIO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 IDs and native screens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authoring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controlled dual-tool pilot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matched Codex/Claude result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CMS / database verification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+ read-only adapters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 and correlation required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Physical service acceptance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 observation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Digital status is not service proof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runtime per system and review the generated business assertions.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Recommendation and POC proof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success and resulting vendor detail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100" dirty="0"/>
          </a:p>
        </p:txBody>
      </p:sp>
      <p:pic>
        <p:nvPicPr>
          <p:cNvPr id="5" name="Image 0" descr="C:\Projects\AspireDigital\ai-workshop\docs\qa-automation-poc\evidence\benefit-save-succe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901952"/>
            <a:ext cx="5806440" cy="3611880"/>
          </a:xfrm>
          <a:prstGeom prst="rect">
            <a:avLst/>
          </a:prstGeom>
        </p:spPr>
      </p:pic>
      <p:pic>
        <p:nvPicPr>
          <p:cNvPr id="6" name="Image 1" descr="C:\Projects\AspireDigital\ai-workshop\docs\qa-automation-poc\evidence\benefit-vendor-detail.png"/>
          <p:cNvPicPr>
            <a:picLocks noChangeAspect="1"/>
          </p:cNvPicPr>
          <p:nvPr/>
        </p:nvPicPr>
        <p:blipFill>
          <a:blip r:embed="rId4"/>
          <a:srcRect b="58577"/>
          <a:stretch/>
        </p:blipFill>
        <p:spPr>
          <a:xfrm>
            <a:off x="6611112" y="1901952"/>
            <a:ext cx="4956048" cy="3611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" y="16459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Post-save feedback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611112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Resulting vendor detail (upper section)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Synthetic vendor 20415; 19 CMS-to-rendering comparisons passed.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Recommendation and POC proof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green test can still leave integration gaps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764792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TC002 compares CMS values with the rendered detail.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532888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corrected full BenefitDB replay remains incomplete after AWS expiry.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300984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20414 payload had blank optional mailing/restaurant collections.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4069080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blank request matching a blank stored value does not prove input retention.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4837176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reviewed UI-to-payload and DB/CMS checks before broad coverage claims.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 app defects, test defects and environment blockers.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Completed automation and coverage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RSA catalogue and implementation coverage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82496"/>
          <a:ext cx="10972800" cy="380390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Reported measure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Meaning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Catalogue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449 cases / 22 sheets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Business case inventory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Implemented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61 cases → 71 tests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13.6% case implementation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Last reported run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 pass / 14 skip / 0 fail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complete product coverage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started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388 cases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evidence of impossibility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300 of 400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Unverified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 workbook version and case IDs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present the unverified 300/400 figure as measured coverage.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Completed automation and coverage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 workshop and Benefit results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82496"/>
          <a:ext cx="10972800" cy="380390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Pack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Inventory / saved result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Boundary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RSA runnable inventory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 tests: 12 functional + setup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Measured test listing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Saved RSA run, 7 Oct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pass; 38.882 seconds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functional + setup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Benefit UI, 8 Oct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pass; 286.861 seconds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TC002 + setup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Benefit CMS rendering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 comparisons passed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exercised synthetic vendor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Mobile archived reports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passing checks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fresh combined run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Inventory, executed tests and assertions are different units.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Completed automation and coverage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report completion without inflating it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764792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Implemented coverage = unique implemented cases / catalogued cases.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532888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Executed coverage = unique executed cases / catalogued cases.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300984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rate = passed tests / executed tests, with skips shown separately.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4069080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setup tests, assertions and repeated runs outside business-case totals.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4837176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case IDs, pack version, source SHA and latest artifact links.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Reconcile the actual 400-case pack before claiming 75% completion.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Partial automation and blockers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14 reported skips have enabling conditions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82496"/>
          <a:ext cx="10972800" cy="380390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Enabling action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 and account fixtures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Dedicated approved UAT accounts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Okta test identity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Approved identity/session design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Signed authentication hash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Controlled minting fixture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Reference/assigned-truck jobs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Reproducible fixture relationships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prerequisites are blocked automation, not inherently manual cases.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Partial automation and blockers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automation and conditional integration checks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700784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with reviewed fixtures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19088" y="1700784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when access is ready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CRUD, filtering and negative validation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Dealer popup and dependent selections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594360" y="393192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Save/detail with known expected values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419088" y="237744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CMS and BenefitDB field consistency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6419088" y="315468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Assigned-provider/truck relationships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6419088" y="393192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paths and callback correlation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 credentials, test data and network routes; use bounded polling.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Partial automation and blockers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automation: messages, devices and dispatch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82496"/>
          <a:ext cx="10972800" cy="380390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Scenario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Automated proof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Remaining evidence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OTP / notifications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Request, event and newer test SMS row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Physical handset delivery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GPS / camera / background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Appium harness on controlled device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Field/network/OS experience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Roadside dispatch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Assignment and digital status transitions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Travel, towing and actual service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Visual / accessibility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Rule checks and approved screenshot diffs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Usability and baseline judgement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Mocks prove a contract path; they do not prove the external service happened.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Partial automation and blockers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portions and a clear unblock plan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764792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MFA approval and CAPTCHA remain human actions in that process.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532888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 service quality and subjective usability require acceptance checks.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300984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Unreviewed cases remain “not assessed,” not “cannot automate.”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4069080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each case, record owner, blocker, enabling action and acceptance evidence.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4837176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manual portions from the automated surrounding application checks.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 the remaining scope case by case rather than labeling a whole remainder manual.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Pipeline integration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plan: target execution sequence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82496"/>
          <a:ext cx="10972800" cy="3803904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2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Stage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Expected proof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 approved SIT/UAT build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 URL and deployed source/version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Preflight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Account, fixtures, DNS/TLS and DB route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Required smoke pack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 count and per-case results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/ CMS / SELECT checks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Correlated independent expected values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Report and quality gate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Restricted evidence; fail/skip/incomplete rejection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flow; no new cloud QA pipeline was deployed.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Pipeline integration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pipeline POC and result gate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700784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already available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19088" y="1700784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still required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CodeBuild buildspec and JUnit output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local gate policy checks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594360" y="393192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 6-test RSA run rejected when 13 required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594360" y="470916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 2-test Benefit pack accepted when 2 required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6419088" y="237744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 CodeBuild project and run ID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6419088" y="315468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Unattended credentials and private DB route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6419088" y="393192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Restricted artifact/report links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6419088" y="4709160"/>
            <a:ext cx="5166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350" indent="-260350">
              <a:buSzPct val="100000"/>
              <a:buChar char="•"/>
            </a:pPr>
            <a:r>
              <a:rPr lang="en-US" sz="205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Before/fault/after runs and cleanup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gate proof does not establish hosted CI integration.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Pipeline integration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runner commands and unattended prerequisites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locked dependencies and compatible browser image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82549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 runner/VPC route, not a desktop tunnel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controlled create packs without automatic retry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1746504"/>
            <a:ext cx="5596128" cy="370332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ci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install --with-deps chromium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POC=../docs/qa-automation-poc/pipeline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"$POC/preflight.cjs"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--workers=1 --retries=0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4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"$POC/validate-junit.cjs" reports/junit.xml 13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Linux runner commands; project secrets, image and network still need setup.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Pipeline integration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Milestones before making it a release gate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82496"/>
          <a:ext cx="10972800" cy="3803904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2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Milestone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Required evidence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Freeze reviewed pack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Case manifest and executable inventory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Prove one hosted run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 ID, SHA, counts and artifacts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Prove defect detection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Isolated before/fault/after with cleanup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Stabilize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Proposed: 10 unattended runs, no unexplained skips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Enable triggers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5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Post-deploy smoke, nightly regression, release pack</a:t>
                      </a:r>
                      <a:endParaRPr lang="en-US" sz="1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7160" marR="137160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owns triage; add native mobile and contract coverage separately.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94944"/>
            <a:ext cx="11018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 and evidence to collect next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1173968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764792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 Playwright for new RSA/Benefit web checks; retain native Appium coverage.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2532888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matched evidence before choosing Codex or Claude as the authoring standard.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3300984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Reconcile the 400-case workbook and its implemented/passed case IDs.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4069080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the pending BenefitDB consistency replay.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4837176"/>
            <a:ext cx="10927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344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one controlled CI pilot and retain fault-detection proof.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81558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six topic pages and workshop repositories are linked in the speaker notes.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4806</Words>
  <Application>Microsoft Office PowerPoint</Application>
  <PresentationFormat>Widescreen</PresentationFormat>
  <Paragraphs>471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International SOS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Automation - Six Questions and POC Evidence</dc:title>
  <dc:subject>QA automation tool selection, POC evidence, coverage and pipeline plan</dc:subject>
  <dc:creator>APAC Aspire Digital</dc:creator>
  <cp:lastModifiedBy>Hoang QUACH</cp:lastModifiedBy>
  <cp:revision>2</cp:revision>
  <dcterms:created xsi:type="dcterms:W3CDTF">2026-10-08T10:49:59Z</dcterms:created>
  <dcterms:modified xsi:type="dcterms:W3CDTF">2026-10-08T10:52:31Z</dcterms:modified>
</cp:coreProperties>
</file>