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Appium + WebdriverIO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Driving the real Aspire Partner APK on a device - including the OTP login that was assumed to be un-automatable.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com.aspire.partner.uat 2.0.20-uat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testing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ABMR - the RSA provider app that drivers use in the field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Android, Kotlin and Jetpack Compose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web view, not React Native - so browser tools like Playwright simply do not apply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the field-facing half of RoadSide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Providers log in, receive jobs, change status, upload photos and stream their location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screen talks to the same backend as the portal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ABMB BkkRsaPartner, routes api/pmws/* - so a contract change breaks both sides at once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this work: no automated coverage at all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template tests and one Compose UI test; QA was entirely manual on the SIT/UAT flavour APKs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flavours (sit/uat/preprod/prod)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77108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77108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68548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Kotlin source files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87288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87288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78728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endpoints used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97467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467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088907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tests before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Choosing the tool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 is native, so the web stack is out - the real choice is how we drive the device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49224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Fit for the RSA app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Verdict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Playwright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only. Fine for the portal, cannot touch a native Compose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1C1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applicable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Espresso / Compose UI test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Strong and fast, but lives inside the app build and needs the source per run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Good for unit-level UI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Maestro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YAML flows, very quick to start, weaker reporting and a separate toolchain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Viable alternative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Appium + WebdriverIO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Drives the installed APK as a black box; TypeScript, same reporting story as the web suite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Chosen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913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Black box matters: we test the APK QA actually installs, not a special build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as the web suite, so one person maintains both and evidence looks identical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Appium is the W3C WebDriver standard applied to mobile - the skills and the CI shape transfer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Appium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speaks WebDriver; Appium translates it into Android automation on the device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962851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181654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 file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(TypeScript)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29779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675" y="1627632"/>
            <a:ext cx="1962851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3827" y="1682496"/>
            <a:ext cx="181654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WebdriverIO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3526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14422" y="1627632"/>
            <a:ext cx="1962851" cy="960120"/>
          </a:xfrm>
          <a:prstGeom prst="roundRect">
            <a:avLst>
              <a:gd name="adj" fmla="val 7619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7574" y="1682496"/>
            <a:ext cx="181654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Appium server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(HTTP, W3C)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77273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88169" y="1627632"/>
            <a:ext cx="1962851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321" y="1682496"/>
            <a:ext cx="181654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UiAutomator2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51020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661916" y="1627632"/>
            <a:ext cx="1962851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5068" y="1682496"/>
            <a:ext cx="181654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Emulator 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device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999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Appium is a server, not a library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sends WebDriver commands over HTTP; the uiautomator2 driver executes them through Android’s own instrumentation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 is installed, not rebuilt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it at an APK or a package name; the same spec runs on an emulator or a plugged-in handset with one env variable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is a capability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autoGrantPermissions handles the location and notification prompts; clearApp resets state between tests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the same mental model as the web suite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objects, locators, expect() with waiting - only the selector syntax changes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selector problem - and the two-line fix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single biggest factor in whether a mobile suite survives its first UI change.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ships no ids by default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first version of the suite had to do, and what changed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2880360"/>
          </a:xfrm>
          <a:prstGeom prst="roundRect">
            <a:avLst>
              <a:gd name="adj" fmla="val 2540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- position and text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Username: EditText.instance(0)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Password: EditText.instance(1)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In: text("Sign In")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Breaks the moment a field is reordered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Breaks in Thai, Vietnamese, Korean or Malay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UiSelector has no password() matcher, so even "the masked one" was not expressible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2880360"/>
          </a:xfrm>
          <a:prstGeom prst="roundRect">
            <a:avLst>
              <a:gd name="adj" fmla="val 2540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- real ids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login_email_input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login_password_input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login_sign_in_button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Survives layout changes and translation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like the screen it belongs to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229 ids now cover every screen in the app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736592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4882896"/>
            <a:ext cx="10655503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two lines in the app make every tag visible to the automation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Modifier.testTag("login_email_input")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Box(Modifier.semantics { testTagsAsResourceId = true }) { content() }   // once, in the theme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584301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in ABMR commit b589b43 - 58 files, 229 ids, no behaviour change.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OTP problem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"You cannot automate the login, it sends an SMS." - the assumption that blocked mobile automation.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real login is five steps, not one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Signing in is only the first - the device must then be bound to a vehicle by OTP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29779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675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3827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vehicle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3526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14422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7574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name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mobile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77273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88169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321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OTP by SMS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51020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661916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5068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9535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blocker: step 4 leaves the app entirely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code is delivered by the SMS vendor to a handset - a test cannot read it, which is why the login was considered un-automatable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fix: read it from where it is already recorded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OTP is written to wlib.SMS in the RSA database before it is ever sent. A small, gated endpoint returns the latest rows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/api/pmws/smslatest - added to ABMB, deployed to UAT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a provider JWT and the PMWS:enableSmsTestApi flag, which exists only on SIT and UAT. Prod ships the code with the flag off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66928" y="4828032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4974336"/>
            <a:ext cx="10655503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before = await latestSmsId(MOBILE);          // baseline first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OtpScreen.requestFor(name, MOBILE);          // app calls bindvehdev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otp } = await waitForOtp(MOBILE, before);  // poll for a NEWER row - never a stale code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OtpScreen.submitCode(otp);                   // app calls confirmvehdev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today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ai-workshop/roadside-android - runs against the UAT APK on an API 36 emulator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76072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Result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TC01.1 valid 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Correct credentials leave the login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TC01.2 wrong password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rejected login stays put with Sign In visible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TC02.1 full OTP 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 → vehicle → phone → OTP from the API → confirm → dashboard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77108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77108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 s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3468548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OTP login, end to end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87288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87288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229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278728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 available for the next cases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997467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97467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088907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handsets needed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8280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per test, passed or failed: video, screenshot, JUnit XML and a one-page HTML report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test starts from a wiped app (clearApp + re-grant permissions) - a remembered session cannot mask a failure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screen past login is now reachable, so job list, job detail, announcements, vehicle and settings are next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environment cost us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real work was not writing tests - it was making a corporate laptop run a device at all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emulator could not resolve DNS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call failed with UnknownHostException. The network was fine - Wi-Fi up, gateway reachable, raw TCP to 443 working. Only DNS over UDP 53 through QEMU’s forwarder was blocked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ping proved nothing and sent us the wrong way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QEMU’s user-mode networking does not forward ICMP at all, so "Network is unreachable" was a red herring; Android also hides the default route in a per-network table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Fix: resolve names on the host instead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40-line proxy on the laptop plus one setting on the device. No root, no image swap, no physical handset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Android’s captive-portal check hijacked the run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opened Chrome over the proxy, hit a certificate error and covered the app mid-test - now disabled on the emulator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proxy                                           # on the laptop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adb shell settings put global http_proxy 10.0.2.2:8888  # on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57972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Worth knowing before the workshop: budget setup time for any new machine.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Including the diagnosis that unblocked the whole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it with an AI agent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agent, same day, as the web suite - a different kind of problem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read the app source to find the truth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OTP screen’s two states and the exact rule isValidPhone - length == 10 - came from OtpViewModel.kt, not from trial and error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diagnosed the environment instead of guessing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Wi-Fi state, routing tables, raw TCP - it proved DNS was the only failure and built the proxy that fixed it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found the bug the green test was hiding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Once login succeeded, the app remembered the session and the second test never saw the login screen - clearApp now runs before each test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designed the OTP read-back end to end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API in ABMB, config flag, deploy check on UAT, client helper with a stale-code guard - and wrote down why each piece exists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501091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13892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~4 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568756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to a full OTP login, including the environment fight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77108" y="501091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77108" y="513892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68548" y="568756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green checks on the real APK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87288" y="501091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87288" y="513892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78728" y="568756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endpoint designed, built and deployed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97467" y="501091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467" y="513892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lines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088907" y="568756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 change that made selectors stable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still needs a person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moved fast because the boundaries were explicit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 we kept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phone number may receive a real SMS on every run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the SMS endpoint is gated by a flag and never enabled on production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account is safe to bind and re-bind on UAT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the test, the app or the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review before anything merges - it is application 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 rails that mattered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production writes, 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only in a git-ignored .env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 numbers masked in every log and report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data prefixed [AUTO-TEST] so it is obvious and cleanable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Findings written into the README, not left in a chat log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summary: the agent removed the typing and most of the debugging. It did not remove the need to know what "correct" means here.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Recommendation for the mobile framework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Day 2 decision the workshop is asked to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931920"/>
                <a:gridCol w="38404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Question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Answer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Browser, WebView or native?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Kotlin/Compose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WebView in the app shell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 for end-to-end?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Appium + WebdriverIO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checks green on the real APK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 for UI units?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Compose UI tests in ABMR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Already one exists (AnnouncementCardTest)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coverage?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Emulator API 36 in CI, a handset for release 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minSdk 26, targetSdk 36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Blocker to close?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CI runner with an emulator and network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proxy workaround is a laptop fix, not a CI 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23367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test ids maintained - treat a missing id as a review comment, the same as a missing test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proof task: job list and job detail, then the job status flow that matters most in the field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 the job journey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→ detail → status change → photo upload, using the ids that already exist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it into CI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a runner with an emulator and working DNS - the laptop proxy is a workaround, not a pipeline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SMS endpoint honest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 stays off outside SIT and UAT; review it the day anyone proposes changing that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Hold the app side of the bargain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screens ship with test ids, or the suite goes back to guessing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ai-workshop/roadside-android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Test Automation with Appium</dc:title>
  <dc:subject>PptxGenJS Presentation</dc:subject>
  <dc:creator>Hoang Quach</dc:creator>
  <cp:lastModifiedBy>Hoang Quach</cp:lastModifiedBy>
  <cp:revision>1</cp:revision>
  <dcterms:created xsi:type="dcterms:W3CDTF">2026-09-23T06:45:39Z</dcterms:created>
  <dcterms:modified xsi:type="dcterms:W3CDTF">2026-09-23T06:45:39Z</dcterms:modified>
</cp:coreProperties>
</file>