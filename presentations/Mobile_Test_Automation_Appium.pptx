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371600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VIETNAM 2026 - ENGINEERING WORKING SESSIONS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1057839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 Test Automation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Appium + WebdriverIO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66928" y="3017520"/>
            <a:ext cx="96862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Driving the real Aspire Partner APK on a device - including the OTP login that was assumed to be un-automatable.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4114800"/>
            <a:ext cx="1645920" cy="36576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389120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2 - QA automation working lab   |   Hoang Quach   |   com.aspire.partner.uat 2.0.20-uat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are testing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ABMR - the RSA provider app that drivers use in the field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Native Android, Kotlin and Jetpack Compose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a web view, not React Native - so browser tools like Playwright simply do not apply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is the field-facing half of RoadSide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Providers log in, receive jobs, change status, upload photos and stream their location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screen talks to the same backend as the portal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ABMB BkkRsaPartner, routes api/pmws/* - so a contract change breaks both sides at once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this work: no automated coverage at all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template tests and one Compose UI test; QA was entirely manual on the SIT/UAT flavour APKs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66928" y="487375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00176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58368" y="555040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flavours (sit/uat/preprod/prod)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77108" y="487375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77108" y="500176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468548" y="555040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Kotlin source files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87288" y="487375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87288" y="500176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278728" y="555040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endpoints used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997467" y="487375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97467" y="500176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088907" y="555040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tests before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Choosing the tool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app is native, so the web stack is out - the real choice is how we drive the device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492240"/>
                <a:gridCol w="21945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Option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Fit for the RSA app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Verdict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Playwright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Browser only. Fine for the portal, cannot touch a native Compose screen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B91C1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 applicable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Espresso / Compose UI test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Strong and fast, but lives inside the app build and needs the source per run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Good for unit-level UI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Maestro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YAML flows, very quick to start, weaker reporting and a separate toolchain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Viable alternative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Appium + WebdriverIO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Drives the installed APK as a black box; TypeScript, same reporting story as the web suite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Chosen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391363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Black box matters: we test the APK QA actually installs, not a special build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language as the web suite, so one person maintains both and evidence looks identical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Appium is the W3C WebDriver standard applied to mobile - the skills and the CI shape transfer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Appium works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Think of it as a tester holding the phone - tapping and typing on the real app, exactly as a driver would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write down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03120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1031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9264" y="208483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 the user name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69264" y="2395728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992" y="2395728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$('login_email_input').setValue(user)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6928" y="3035808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30358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69264" y="301752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 the password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969264" y="3328416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78992" y="3328416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$('login_password_input').setValue(pass)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3968496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96849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69264" y="39502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Tap Sign In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969264" y="4261104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78992" y="4261104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$('login_sign_in_button').click()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928" y="4901184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9011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69264" y="488289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we left the login screen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969264" y="5193792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78992" y="5193792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expect(currentScreen).not.toBe('Login')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23560" y="1627632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happens on the phone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23560" y="2011680"/>
            <a:ext cx="3566160" cy="41605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9050">
            <a:solidFill>
              <a:srgbClr val="9AA0A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60136" y="2048256"/>
            <a:ext cx="3493008" cy="274320"/>
          </a:xfrm>
          <a:prstGeom prst="rect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69864" y="2048256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9:41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275320" y="2048256"/>
            <a:ext cx="7680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◼ ◼ ▮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5769864" y="2359152"/>
            <a:ext cx="3273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 UAT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897880" y="3090672"/>
            <a:ext cx="2542032" cy="402336"/>
          </a:xfrm>
          <a:prstGeom prst="roundRect">
            <a:avLst>
              <a:gd name="adj" fmla="val 11364"/>
            </a:avLst>
          </a:prstGeom>
          <a:solidFill>
            <a:srgbClr val="FBFBFC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97880" y="2871216"/>
            <a:ext cx="25420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/ Username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025896" y="3090672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banaprovider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641080" y="3154680"/>
            <a:ext cx="274320" cy="274320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641080" y="31546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5897880" y="3803904"/>
            <a:ext cx="2542032" cy="402336"/>
          </a:xfrm>
          <a:prstGeom prst="roundRect">
            <a:avLst>
              <a:gd name="adj" fmla="val 11364"/>
            </a:avLst>
          </a:prstGeom>
          <a:solidFill>
            <a:srgbClr val="FBFBFC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97880" y="3584448"/>
            <a:ext cx="25420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Password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025896" y="3803904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••••••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641080" y="3867912"/>
            <a:ext cx="274320" cy="274320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641080" y="386791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5897880" y="4480560"/>
            <a:ext cx="2542032" cy="457200"/>
          </a:xfrm>
          <a:prstGeom prst="roundRect">
            <a:avLst>
              <a:gd name="adj" fmla="val 12000"/>
            </a:avLst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897880" y="4480560"/>
            <a:ext cx="2542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 In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8641080" y="4572000"/>
            <a:ext cx="274320" cy="274320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641080" y="45720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9281160" y="37307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200" dirty="0"/>
          </a:p>
        </p:txBody>
      </p:sp>
      <p:sp>
        <p:nvSpPr>
          <p:cNvPr id="47" name="Shape 45"/>
          <p:cNvSpPr/>
          <p:nvPr/>
        </p:nvSpPr>
        <p:spPr>
          <a:xfrm>
            <a:off x="9875520" y="2011680"/>
            <a:ext cx="1737360" cy="416052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9050">
            <a:solidFill>
              <a:srgbClr val="9AA0A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912096" y="2048256"/>
            <a:ext cx="1664208" cy="274320"/>
          </a:xfrm>
          <a:prstGeom prst="rect">
            <a:avLst/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021824" y="2048256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9:41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10698480" y="2048256"/>
            <a:ext cx="7680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◼ ◼ ▮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10021824" y="2359152"/>
            <a:ext cx="14447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Jobs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10149840" y="2980944"/>
            <a:ext cx="1188720" cy="438912"/>
          </a:xfrm>
          <a:prstGeom prst="roundRect">
            <a:avLst>
              <a:gd name="adj" fmla="val 10417"/>
            </a:avLst>
          </a:prstGeom>
          <a:solidFill>
            <a:srgbClr val="E4F2E8"/>
          </a:solidFill>
          <a:ln w="12700">
            <a:solidFill>
              <a:srgbClr val="7FB894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149840" y="3529584"/>
            <a:ext cx="1188720" cy="438912"/>
          </a:xfrm>
          <a:prstGeom prst="roundRect">
            <a:avLst>
              <a:gd name="adj" fmla="val 10417"/>
            </a:avLst>
          </a:prstGeom>
          <a:solidFill>
            <a:srgbClr val="EFF1F4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149840" y="4078224"/>
            <a:ext cx="1188720" cy="438912"/>
          </a:xfrm>
          <a:prstGeom prst="roundRect">
            <a:avLst>
              <a:gd name="adj" fmla="val 10417"/>
            </a:avLst>
          </a:prstGeom>
          <a:solidFill>
            <a:srgbClr val="EFF1F4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607040" y="4809744"/>
            <a:ext cx="274320" cy="27432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607040" y="48097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50" dirty="0"/>
          </a:p>
        </p:txBody>
      </p:sp>
      <p:sp>
        <p:nvSpPr>
          <p:cNvPr id="57" name="Text 55"/>
          <p:cNvSpPr/>
          <p:nvPr/>
        </p:nvSpPr>
        <p:spPr>
          <a:xfrm>
            <a:off x="10058400" y="51937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Signed in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566928" y="6291072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app is the one QA installs - we do not rebuild it for testing. The same four steps run on this emulator or on a phone plugged in by USB.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5FA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>
                    <a:alpha val="4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66928" y="2926080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selector problem - and the two-line fix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3794760"/>
            <a:ext cx="92290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8E6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single biggest factor in whether a mobile suite survives its first UI change.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Compose ships no ids by default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first version of the suite had to do, and what changed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5300320" cy="2880360"/>
          </a:xfrm>
          <a:prstGeom prst="roundRect">
            <a:avLst>
              <a:gd name="adj" fmla="val 2540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- position and text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4861408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Username: EditText.instance(0)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Password: EditText.instance(1)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 In: text("Sign In")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Breaks the moment a field is reordered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Breaks in Thai, Vietnamese, Korean or Malay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UiSelector has no password() matcher, so even "the masked one" was not expressible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27632"/>
            <a:ext cx="5300320" cy="2880360"/>
          </a:xfrm>
          <a:prstGeom prst="roundRect">
            <a:avLst>
              <a:gd name="adj" fmla="val 2540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- real ids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43904" y="2231136"/>
            <a:ext cx="4861408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login_email_input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login_password_input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login_sign_in_button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Survives layout changes and translation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Reads like the screen it belongs to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229 ids now cover every screen in the app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4736592"/>
            <a:ext cx="11057839" cy="1051560"/>
          </a:xfrm>
          <a:prstGeom prst="roundRect">
            <a:avLst>
              <a:gd name="adj" fmla="val 5217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4882896"/>
            <a:ext cx="10655503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two lines in the app make every tag visible to the automation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Modifier.testTag("login_email_input")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Box(Modifier.semantics { testTagsAsResourceId = true }) { content() }   // once, in the theme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5843016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Delivered in ABMR commit b589b43 - 58 files, 229 ids, no behaviour change.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5FA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>
                    <a:alpha val="4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66928" y="2926080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OTP problem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3794760"/>
            <a:ext cx="92290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8E6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"You cannot automate the login, it sends an SMS." - the assumption that blocked mobile automation.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real login is five steps, not one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Signing in is only the first - the device must then be bound to a vehicle by OTP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82496"/>
            <a:ext cx="1816547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Credentials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529779" y="1627632"/>
            <a:ext cx="31089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840675" y="1627632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13827" y="1682496"/>
            <a:ext cx="1816547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Pick 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vehicle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03526" y="1627632"/>
            <a:ext cx="31089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114422" y="1627632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87574" y="1682496"/>
            <a:ext cx="1816547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Driver name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mobile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077273" y="1627632"/>
            <a:ext cx="31089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388169" y="1627632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61321" y="1682496"/>
            <a:ext cx="1816547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OTP by SMS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351020" y="1627632"/>
            <a:ext cx="31089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661916" y="1627632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35068" y="1682496"/>
            <a:ext cx="1816547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→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6928" y="295351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blocker: step 4 leaves the app entirely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code is delivered by the SMS vendor to a handset - a test cannot read it, which is why the login was considered un-automatable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fix: read it from where it is already recorded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OTP is written to wlib.SMS in the RSA database before it is ever sent. A small, gated endpoint returns the latest rows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/api/pmws/smslatest - added to ABMB, deployed to UAT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Needs a provider JWT and the PMWS:enableSmsTestApi flag, which exists only on SIT and UAT. Prod ships the code with the flag off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66928" y="4828032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" y="4974336"/>
            <a:ext cx="10655503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before = await latestSmsId(MOBILE);          // baseline first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OtpScreen.requestFor(name, MOBILE);          // app calls bindvehdev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{ otp } = await waitForOtp(MOBILE, before);  // poll for a NEWER row - never a stale code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OtpScreen.submitCode(otp);                   // app calls confirmvehdev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suite today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ai-workshop/roadside-android - runs against the UAT APK on an API 36 emulator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760720"/>
                <a:gridCol w="21945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Case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it proves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Result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TC01.1 valid login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Correct credentials leave the login screen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passing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TC01.2 wrong password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rejected login stays put with Sign In visible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passing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TC02.1 full OTP login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Login → vehicle → phone → OTP from the API → confirm → dashboard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passing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36499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349300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58368" y="404164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checks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77108" y="336499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377108" y="349300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 s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3468548" y="404164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OTP login, end to end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87288" y="336499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187288" y="349300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229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278728" y="404164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ids available for the next cases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997467" y="3364992"/>
            <a:ext cx="2627300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97467" y="3493008"/>
            <a:ext cx="26273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9088907" y="4041648"/>
            <a:ext cx="24444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handsets needed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66928" y="482803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per test, passed or failed: video, screenshot, JUnit XML and a one-page HTML report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test starts from a wiped app (clearApp + re-grant permissions) - a remembered session cannot mask a failure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screen past login is now reachable, so job list, job detail, announcements, vehicle and settings are next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5FA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>
                    <a:alpha val="4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66928" y="2926080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AI changed the effort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3794760"/>
            <a:ext cx="92290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8E6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Including the diagnosis that unblocked the whole environment.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 hand, or with the agent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three checks on the same APK - including the OTP login that was written off as impossible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Written by hand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10128" y="1627632"/>
            <a:ext cx="6211519" cy="731520"/>
          </a:xfrm>
          <a:prstGeom prst="roundRect">
            <a:avLst>
              <a:gd name="adj" fmla="val 6250"/>
            </a:avLst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10128" y="1627632"/>
            <a:ext cx="6211519" cy="731520"/>
          </a:xfrm>
          <a:prstGeom prst="roundRect">
            <a:avLst>
              <a:gd name="adj" fmla="val 6250"/>
            </a:avLst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04527" y="1627632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~5 days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66928" y="2724912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the agent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310128" y="2724912"/>
            <a:ext cx="6211519" cy="731520"/>
          </a:xfrm>
          <a:prstGeom prst="roundRect">
            <a:avLst>
              <a:gd name="adj" fmla="val 6250"/>
            </a:avLst>
          </a:prstGeom>
          <a:solidFill>
            <a:srgbClr val="F1F2F4"/>
          </a:solidFill>
          <a:ln w="12700">
            <a:solidFill>
              <a:srgbClr val="F1F2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10128" y="2724912"/>
            <a:ext cx="621152" cy="731520"/>
          </a:xfrm>
          <a:prstGeom prst="roundRect">
            <a:avLst>
              <a:gd name="adj" fmla="val 7361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04527" y="2724912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~4 hours</a:t>
            </a:r>
            <a:endParaRPr lang="en-US" sz="1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639312"/>
          <a:ext cx="11055096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651760"/>
                <a:gridCol w="264261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same job, step by step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By hand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With the agent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Get the tooling driving the app at all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 day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~30 min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 out how to identify each field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 day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minutes - it read the app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Make the OTP login automatable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~2 days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 hour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Get the emulator onto the network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 day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~45 min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 the checks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half a day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~30 min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566928" y="5925312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"By hand" is an estimate built from those five lines. "With the agent" was measured during the session.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it is faster - four reasons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them is "it types quickly"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2572436" cy="3703320"/>
          </a:xfrm>
          <a:prstGeom prst="roundRect">
            <a:avLst>
              <a:gd name="adj" fmla="val 284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627632"/>
            <a:ext cx="2572436" cy="54864"/>
          </a:xfrm>
          <a:prstGeom prst="rect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792224"/>
            <a:ext cx="21701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It read the app to find the truth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322576"/>
            <a:ext cx="21701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trial and error.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68096" y="3090672"/>
            <a:ext cx="21701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phone number must be exactly 10 digits - a rule buried in the app’s code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it wrong and the button silently does nothing, which is a long afternoon of confusion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found the rule, and made the test say so out loud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95396" y="1627632"/>
            <a:ext cx="2572436" cy="3703320"/>
          </a:xfrm>
          <a:prstGeom prst="roundRect">
            <a:avLst>
              <a:gd name="adj" fmla="val 284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95396" y="1627632"/>
            <a:ext cx="2572436" cy="54864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96564" y="1792224"/>
            <a:ext cx="21701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It worked across three systems at once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596564" y="2322576"/>
            <a:ext cx="21701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App, backend and test suite together.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596564" y="3090672"/>
            <a:ext cx="21701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OTP fix needed a change in the RoadSide backend, a deploy, and a helper in the test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Normally three people, three tickets and a week of waiting on each other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23864" y="1627632"/>
            <a:ext cx="2572436" cy="3703320"/>
          </a:xfrm>
          <a:prstGeom prst="roundRect">
            <a:avLst>
              <a:gd name="adj" fmla="val 284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23864" y="1627632"/>
            <a:ext cx="2572436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25032" y="1792224"/>
            <a:ext cx="21701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It debugged what looked hopeless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25032" y="2322576"/>
            <a:ext cx="21701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"The emulator has no internet."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25032" y="3090672"/>
            <a:ext cx="21701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checked what actually worked and what did not, and proved only name lookup was blocked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Then it built the small workaround that fixed it - about an hour, instead of giving up and buying handsets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052331" y="1627632"/>
            <a:ext cx="2572436" cy="3703320"/>
          </a:xfrm>
          <a:prstGeom prst="roundRect">
            <a:avLst>
              <a:gd name="adj" fmla="val 284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52331" y="1627632"/>
            <a:ext cx="2572436" cy="54864"/>
          </a:xfrm>
          <a:prstGeom prst="rect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53499" y="1792224"/>
            <a:ext cx="21701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It writes it down as it goes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9253499" y="2322576"/>
            <a:ext cx="21701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Normally the last job, usually skipped.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253499" y="3090672"/>
            <a:ext cx="21701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dead end went into the README while it was fresh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next person does not repeat the same day of trial and error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5559552"/>
            <a:ext cx="11057839" cy="685800"/>
          </a:xfrm>
          <a:prstGeom prst="roundRect">
            <a:avLst>
              <a:gd name="adj" fmla="val 8000"/>
            </a:avLst>
          </a:prstGeom>
          <a:solidFill>
            <a:srgbClr val="FDF6E7"/>
          </a:solidFill>
          <a:ln w="12700">
            <a:solidFill>
              <a:srgbClr val="EBD9A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6928" y="5559552"/>
            <a:ext cx="64008" cy="68580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5559552"/>
            <a:ext cx="10600639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simply: a person is fast at deciding what matters and slow at everything around it. The agent is the other way round - which is why the pair is quicker than either alone.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still needs a person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moved fast because the boundaries were explicit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5300320" cy="347472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does the work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486140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Writes the tests and runs them on the device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Reads what failed and fixes it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 out why the environment misbehaves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Writes down what it learned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27632"/>
            <a:ext cx="5300320" cy="347472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still decide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43904" y="2231136"/>
            <a:ext cx="486140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phone number may receive a real SMS on every run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That the SMS endpoint stays switched off outside SIT and UAT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 failure is the test, the app or the environment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Nothing merges without a review - it is application code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6928" y="57607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honest summary: the agent removed the typing and most of the debugging. It did not remove the need to know what "correct" means here.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Recommendation for the mobile framework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Day 2 decision the workshop is asked to record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931920"/>
                <a:gridCol w="38404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Question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Answer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Evidence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Browser, WebView or native?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Native Kotlin/Compose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WebView in the app shell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Framework for end-to-end?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Appium + WebdriverIO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checks green on the real APK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Framework for UI units?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Compose UI tests in ABMR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Already one exists (AnnouncementCardTest)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coverage?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Emulator API 36 in CI, a handset for release checks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minSdk 26, targetSdk 36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Blocker to close?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CI runner with an emulator and network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Local proxy workaround is a laptop fix, not a CI one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423367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Keep the test ids maintained - treat a missing id as a review comment, the same as a missing test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proof task: job list and job detail, then the job status flow that matters most in the field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005840"/>
            <a:ext cx="110578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this goes next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 the job journey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Job list → detail → status change → photo upload, using the ids that already exist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it into CI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Needs a runner with an emulator and working DNS - the laptop proxy is a workaround, not a pipeline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Keep the SMS endpoint honest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Flag stays off outside SIT and UAT; review it the day anyone proposes changing that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Hold the app side of the bargain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screens ship with test ids, or the suite goes back to guessing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66928" y="594360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ai-workshop/roadside-android   |   github.com/bulubuloa/AS.APAC.AI.Workshop   |   Hoang Quach - Vietnam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International SOS - APAC Aspire Digital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Mobile Test Automation with Appium</dc:title>
  <dc:subject>PptxGenJS Presentation</dc:subject>
  <dc:creator>Hoang Quach</dc:creator>
  <cp:lastModifiedBy>Hoang Quach</cp:lastModifiedBy>
  <cp:revision>1</cp:revision>
  <dcterms:created xsi:type="dcterms:W3CDTF">2026-09-28T06:25:23Z</dcterms:created>
  <dcterms:modified xsi:type="dcterms:W3CDTF">2026-09-28T06:25:23Z</dcterms:modified>
</cp:coreProperties>
</file>