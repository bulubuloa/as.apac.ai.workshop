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Appium + WebdriverIO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Driving the real Aspire Partner APK on a device - including the OTP login that was assumed to be un-automatable.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com.aspire.partner.uat 2.0.20-uat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testing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ABMR - the RSA provider app that drivers use in the field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Android, Kotlin and Jetpack Compose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web view, not React Native - so browser tools like Playwright simply do not apply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field-facing half of RoadSide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Providers log in, receive jobs, change status, upload photos and stream their location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screen talks to the same backend as the portal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ABMB BkkRsaPartner, routes api/pmws/* - so a contract change breaks both sides at once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this work: no automated coverage at all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template tests and one Compose UI test; QA was entirely manual on the SIT/UAT flavour APKs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flavours (sit/uat/preprod/prod)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710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7710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6854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Kotlin source files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8728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8728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7872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endpoints used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467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467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88907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tests before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Choosing the tool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is native, so the web stack is out - the real choice is how we drive the device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49224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Fit for the RSA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Verdict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Playwright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only. Fine for the portal, cannot touch a native Compose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1C1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applicable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Espresso / Compose UI test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Strong and fast, but lives inside the app build and needs the source per run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Good for unit-level UI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Maestro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YAML flows, very quick to start, weaker reporting and a separate toolchain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Viable alternative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Appium + WebdriverIO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Drives the installed APK as a black box; TypeScript, same reporting story as the web suite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Chosen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913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 box matters: we test the APK QA actually installs, not a special build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as the web suite, so one person maintains both and evidence looks identical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Appium is the W3C WebDriver standard applied to mobile - the skills and the CI shape transfer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Appium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holding the phone - tapping and typing on the real app, exactly as a driver would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$('login_email_input').setValue(user)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$('login_password_input').setValue(pass)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Sign In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$('login_sign_in_button').click()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left the login screen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expect(currentScreen).not.toBe('Login')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phone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3566160" cy="4160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9AA0A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0136" y="2048256"/>
            <a:ext cx="3493008" cy="274320"/>
          </a:xfrm>
          <a:prstGeom prst="rect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9864" y="204825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9:41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2048256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◼ ◼ ▮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769864" y="2359152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UAT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897880" y="3090672"/>
            <a:ext cx="2542032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871216"/>
            <a:ext cx="25420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/ Username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25896" y="309067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banaprovider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41080" y="315468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4108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897880" y="3803904"/>
            <a:ext cx="2542032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97880" y="3584448"/>
            <a:ext cx="25420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025896" y="38039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641080" y="3867912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41080" y="38679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897880" y="4480560"/>
            <a:ext cx="2542032" cy="457200"/>
          </a:xfrm>
          <a:prstGeom prst="roundRect">
            <a:avLst>
              <a:gd name="adj" fmla="val 12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97880" y="4480560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641080" y="457200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41080" y="4572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281160" y="37307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9875520" y="2011680"/>
            <a:ext cx="1737360" cy="41605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9AA0A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912096" y="2048256"/>
            <a:ext cx="1664208" cy="274320"/>
          </a:xfrm>
          <a:prstGeom prst="rect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21824" y="204825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9:41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0698480" y="2048256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◼ ◼ ▮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021824" y="2359152"/>
            <a:ext cx="1444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149840" y="2980944"/>
            <a:ext cx="1188720" cy="438912"/>
          </a:xfrm>
          <a:prstGeom prst="roundRect">
            <a:avLst>
              <a:gd name="adj" fmla="val 1041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49840" y="3529584"/>
            <a:ext cx="1188720" cy="438912"/>
          </a:xfrm>
          <a:prstGeom prst="roundRect">
            <a:avLst>
              <a:gd name="adj" fmla="val 10417"/>
            </a:avLst>
          </a:prstGeom>
          <a:solidFill>
            <a:srgbClr val="EFF1F4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149840" y="4078224"/>
            <a:ext cx="1188720" cy="438912"/>
          </a:xfrm>
          <a:prstGeom prst="roundRect">
            <a:avLst>
              <a:gd name="adj" fmla="val 10417"/>
            </a:avLst>
          </a:prstGeom>
          <a:solidFill>
            <a:srgbClr val="EFF1F4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07040" y="4809744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607040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10058400" y="51937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Signed in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is the one QA installs - we do not rebuild it for testing. The same four steps run on this emulator or on a phone plugged in by USB.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selector problem - and the two-line fix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single biggest factor in whether a mobile suite survives its first UI change.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ships no ids by default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first version of the suite had to do, and what changed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- position and text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Username: EditText.instance(0)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Password: EditText.instance(1)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In: text("Sign In")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Breaks the moment a field is reordered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Breaks in Thai, Vietnamese, Korean or Malay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UiSelector has no password() matcher, so even "the masked one" was not expressible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- real ids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login_email_input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login_password_input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login_sign_in_button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Survives layout changes and translation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like the screen it belongs to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229 ids now cover every screen in the app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736592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882896"/>
            <a:ext cx="10655503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lines in the app make every tag visible to the automation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Modifier.testTag("login_email_input")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Box(Modifier.semantics { testTagsAsResourceId = true }) { content() }   // once, in the theme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584301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in ABMR commit b589b43 - 58 files, 229 ids, no behaviour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OTP problem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"You cannot automate the login, it sends an SMS." - the assumption that blocked mobile automation.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login is five steps, not one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Signing in is only the first - the device must then be bound to a vehicle by OTP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name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mobile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OTP by SMS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9535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blocker: step 4 leaves the app entirely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code is delivered by the SMS vendor to a handset - a test cannot read it, which is why the login was considered un-automatable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fix: read it from where it is already recorded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OTP is written to wlib.SMS in the RSA database before it is ever sent. A small, gated endpoint returns the latest rows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/api/pmws/smslatest - added to ABMB, deployed to UAT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a provider JWT and the PMWS:enableSmsTestApi flag, which exists only on SIT and UAT. Prod ships the code with the flag off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482803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974336"/>
            <a:ext cx="10655503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before = await latestSmsId(MOBILE);          // baseline first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OtpScreen.requestFor(name, MOBILE);          // app calls bindvehdev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otp } = await waitForOtp(MOBILE, before);  // poll for a NEWER row - never a stale code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OtpScreen.submitCode(otp);                   // app calls confirmvehdev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today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ai-workshop/roadside-android - runs against the UAT APK on an API 36 emulator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76072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Result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TC01.1 valid 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Correct credentials leave the login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TC01.2 wrong password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login stays put with Sign In visible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TC02.1 full OTP 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 → vehicle → phone → OTP from the API → confirm → dashboard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7710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7710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 s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46854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OTP login, end to end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8728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8728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229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27872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 available for the next cases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97467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97467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088907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handsets needed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8280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per test, passed or failed: video, screenshot, JUnit XML and a one-page HTML report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test starts from a wiped app (clearApp + re-grant permissions) - a remembered session cannot mask a failure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screen past login is now reachable, so job list, job detail, announcements, vehicle and settings are next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Including the diagnosis that unblocked the whole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hand, or with the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three checks on the same APK - including the OTP login that was written off as impossible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by hand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527" y="162763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days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272491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agent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10128" y="272491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0128" y="2724912"/>
            <a:ext cx="621152" cy="731520"/>
          </a:xfrm>
          <a:prstGeom prst="roundRect">
            <a:avLst>
              <a:gd name="adj" fmla="val 7361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04527" y="27249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~4 hours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39312"/>
          <a:ext cx="11055096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651760"/>
                <a:gridCol w="264261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job, step by step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hand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 the agent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the tooling driving the app at all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 out how to identify each field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minutes - it read the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Make the OTP login automatable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 days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hour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the emulator onto the network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~45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 the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half a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66928" y="592531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"By hand" is an estimate built from those five lines. "With the agent" was measured during the session - and excludes the team’s own time: adding the test ids to the app, reviewing the code and deploying it.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faster - four reasons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them is "it types quickly"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It read the app instead of guessing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first failure, not before.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Tapping Sign In did nothing - the phone number must be exactly 10 digits, a rule buried in the code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found that rule instead of trying numbers until one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now fails in a second, with a clear reason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5396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5396" y="1627632"/>
            <a:ext cx="2572436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6564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One agent, three languages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96564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app, backend, tests.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96564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login meant Kotlin; the endpoint that reads the SMS back meant C#; the test meant TypeScript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handover between people, and nobody waiting to be told what the other half does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3864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23864" y="1627632"/>
            <a:ext cx="2572436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5032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It kept testing until it was right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25032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got this one wrong first.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said the emulator’s network card was dead and suggested using a real phone. That was wrong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went back, proved only name lookup was blocked, and fixed it in about an hour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at trying things - not immune to being wrong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331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331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3499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It writes it down as it goes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253499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Normally the last job, usually skipped.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53499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dead end went into the README while it was fresh - including the wrong turn above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person does not lose the same afternoon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696712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696712"/>
            <a:ext cx="64008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96712"/>
            <a:ext cx="1060063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split: the test ids in the app, the code review and every deploy were done by the team. The agent wrote the tests, the backend endpoint and the debugging - and was still the fastest part of the day.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still needs a person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moved fast because the boundaries were explicit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the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the tests and runs them on the device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what failed and fixes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out why the environment misbehaves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down what it learned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phone number may receive a real SMS on every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the SMS endpoint stays switched off outside SIT and UAT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the test, the app or the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merges without a review - it is application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summary: the agent removed the typing and most of the debugging. It did not remove the need to know what "correct" means here.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 for the mobile framework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Day 2 decision the workshop is asked to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931920"/>
                <a:gridCol w="38404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Question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Browser, WebView or native?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Kotlin/Compose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WebView in the app shell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 for end-to-end?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Appium + WebdriverIO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checks green on the real APK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 for UI units?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Compose UI tests in ABMR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Already one exists (AnnouncementCardTest)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coverage?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Emulator API 36 in CI, a handset for release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minSdk 26, targetSdk 36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Blocker to close?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 runner with an emulator and network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proxy workaround is a laptop fix, not a CI 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2336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test ids maintained - treat a missing id as a review comment, the same as a missing test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proof task: job list and job detail, then the job status flow that matters most in the field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 the job journey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→ detail → status change → photo upload, using the ids that already exist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it into CI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a runner with an emulator and working DNS - the laptop proxy is a workaround, not a pipeline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SMS endpoint honest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 stays off outside SIT and UAT; review it the day anyone proposes changing that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Hold the app side of the bargain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screens ship with test ids, or the suite goes back to guessing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ai-workshop/roadside-android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Test Automation with Appium</dc:title>
  <dc:subject>PptxGenJS Presentation</dc:subject>
  <dc:creator>Hoang Quach</dc:creator>
  <cp:lastModifiedBy>Hoang Quach</cp:lastModifiedBy>
  <cp:revision>1</cp:revision>
  <dcterms:created xsi:type="dcterms:W3CDTF">2026-09-28T06:43:25Z</dcterms:created>
  <dcterms:modified xsi:type="dcterms:W3CDTF">2026-09-28T06:43:25Z</dcterms:modified>
</cp:coreProperties>
</file>