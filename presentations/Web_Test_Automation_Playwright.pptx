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3716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VIETNAM 2026 - ENGINEERING WORKING SESSIONS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105783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Test Automation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Playwright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3017520"/>
            <a:ext cx="96862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runnable smoke suite for the RoadSide agent portal (MSU), built and verified against the live UAT environment.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1645920" cy="36576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3891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2 - QA automation working lab   |   Hoang Quach   |   RSA / GAN on roadside-uat.aspireasia.net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automate the web portal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manual regression currently costs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- manual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release, QA re-checks the same journeys by hand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Regressions are found late, often after deployment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a screenshot pasted into a ticket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re-tests the boring paths under time pressure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lives in one tester’s head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an automated suite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13 checks run in about one minute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regression fails the run before QA ever sees it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produced automatically: trace, video, screenshot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is the written-down definition of "it still works"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Anyone can run it - one command, no tribal knowledge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does not replace QA. It takes the repetitive regression pass off their plate so they can test what is actually new.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Playwright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open-source browser automation framework from Microsoft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API drives Chromium, Firefox and WebKit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test, three engines - and mobile-browser emulation for responsive checks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Auto-waiting is built in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waits for the element to be visible, stable and enabled - no sleep() calls, which is where flaky suites come from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TypeScript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language and tooling as a front-end developer already uses; types catch selector mistakes before a run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first class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report, video, screenshots and a trace viewer that replays the run step by step with the DOM at each point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and vendor-neutral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licence, no per-seat cost, no cloud dependency - it runs on a laptop and in CI the same way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Playwright works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 of it as a tester who never gets tired, never gets bored, and never forgets a step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write down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103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9264" y="20848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user name into the box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69264" y="2395728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395728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page.getByPlaceholder('User name').fill('admin.ko')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3035808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0358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9264" y="30175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password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9264" y="3328416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3328416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page.getByPlaceholder('Password').fill('••••••')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968496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9684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9264" y="39502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 the Sign in button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69264" y="4261104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261104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page.locator('#btnSignIn').click()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4901184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9011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9264" y="48828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we landed on the job list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69264" y="5193792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8992" y="5193792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expect(page).toHaveURL(/msu\/joblst/)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3560" y="16276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on the real site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23560" y="2011680"/>
            <a:ext cx="598932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23560" y="2011680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9864" y="2121408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52744" y="2121408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35624" y="2121408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9944" y="2075688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01384" y="2075688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roadside-uat.aspireasia.net/auth/login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879592" y="2779776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79592" y="256032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name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007608" y="2779776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admin.ko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948672" y="2834640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48672" y="2834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879592" y="3474720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79592" y="325526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007608" y="3474720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••••••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948672" y="3529584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48672" y="3529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879592" y="4078224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79592" y="40782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397496" y="4133088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97496" y="41330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623560" y="4553712"/>
            <a:ext cx="5989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623560" y="4782312"/>
            <a:ext cx="59893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23560" y="4782312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769864" y="4892040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52744" y="4892040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35624" y="4892040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9944" y="4846320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01384" y="484632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roadside-uat.aspireasia.net/msu/joblst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9592" y="5422392"/>
            <a:ext cx="3017520" cy="118872"/>
          </a:xfrm>
          <a:prstGeom prst="rect">
            <a:avLst/>
          </a:prstGeom>
          <a:solidFill>
            <a:srgbClr val="CFD4DB"/>
          </a:solidFill>
          <a:ln w="12700">
            <a:solidFill>
              <a:srgbClr val="CFD4D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79592" y="5641848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879592" y="5861304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71432" y="5550408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171432" y="55504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9537192" y="5550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list - as expected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566928" y="6291072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written steps, run against the real site, with a video and screenshots kept as proof. Step 4 is the one that matters - it is where the test decides pass or fail.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 for RoadSide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features, thirteen checks, running against the live UAT portal - not a demo app.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suite: 5 features, 13 checks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- runs against roadside-uat.aspireasia.net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7955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proves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 sign-in reaches the job list; a wrong password stays put and shows the server message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Dealer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filters by client and every row matches; detail opens with the same code and name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Provider User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columns are intact; detail matches the row and carries the Mobile Provider flag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Announcement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renders; a draft is created end to end; its detail shows title, status and content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Job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 by id; detail opens from the list; a job is created through the full cascade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58368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checks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815072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15072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 min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2906512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suite, serial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63216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63216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5154656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records written per run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311360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1360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546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402800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test code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559503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59503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650943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on UAT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66928" y="560527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cases write real data (one announcement, one job). Every free-text field is prefixed [AUTO-TEST] so the rows are obvious and cleanable.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suite is organised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objects keep the selectors in one place, so a UI change is a one-line fix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286000"/>
          </a:xfrm>
          <a:prstGeom prst="roundRect">
            <a:avLst>
              <a:gd name="adj" fmla="val 2400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roadside-web/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pages/          LoginPage, JobPages, DealerPages, ProviderPages, AnnouncementPages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tests/          auth.setup.ts + one spec per feature (01-login … 05-job)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playwright.config.ts   serial, trace/video/screenshot ON, HTML + JUnit + JSON reporters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.env            base URL, account, environment-specific ids   (git-ignored)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reports/        junit.xml, results.json        playwright-report/  index.html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9684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spec per feature, one page object per screen - the shape a new joiner can guess.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32511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values live in .env, never in the test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ids, job ids and programs differ per environment - hard-coding them is why suites "work on my machine"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are git-ignored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.env.example is committed as the template; the real .env never leaves the laptop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test actually looks like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TC02.2 - the dealer detail must match the row it was opened from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2907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test('TC02.2 dealer detail opens from the list with matching code and name', async ({ page }) =&gt; {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list = new DealerListPage(page);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list.goto();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list.searchClient(CLIENT_ID);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first = list.rows.first();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code = (await first.locator('td:nth-child(4)').innerText()).trim();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name = (await first.locator('td:nth-child(5)').innerText()).trim();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detailPage = await list.openFirst();          // handles the new-tab link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 = new DealerEditPage(detailPage);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expect(detail.code).toHaveValue(code);        // auto-waits, retries, then fails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expect(detail.name).toHaveValue(name);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48828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sleeps, no manual waits. expect() polls until the condition holds or the timeout expires.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Evidence, produced automatically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test - passed or failed - records a trace, a video and a screenshot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each run produces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playwright-report/index.html - the run, test by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viewer - replay each step with the DOM, network and console at that moment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and screenshot per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reports/junit.xml for CI, results.json for reporting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matters here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failure comes with proof, not "it did not work"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and developers look at the same artefact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trace shows the state before the failure, so no re-running to reproduce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Acceptance evidence for a ticket is a by-product, not extra work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4873752"/>
            <a:ext cx="11057839" cy="868680"/>
          </a:xfrm>
          <a:prstGeom prst="roundRect">
            <a:avLst>
              <a:gd name="adj" fmla="val 6316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5020056"/>
            <a:ext cx="10655503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# 13 checks, ~1 minute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report           # opens the HTML report with traces and videos inline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a data bug, caught by the suite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tests, same code - only the data in the RSA UAT database changes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583893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82496"/>
            <a:ext cx="1437589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npm test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passed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150821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461717" y="1627632"/>
            <a:ext cx="1583893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34869" y="1682496"/>
            <a:ext cx="1437589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Seed the bug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npm run demo:seed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045610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56506" y="1627632"/>
            <a:ext cx="1583893" cy="914400"/>
          </a:xfrm>
          <a:prstGeom prst="roundRect">
            <a:avLst>
              <a:gd name="adj" fmla="val 8000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29658" y="1682496"/>
            <a:ext cx="1437589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npm test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failed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940400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51296" y="1627632"/>
            <a:ext cx="1583893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4448" y="1682496"/>
            <a:ext cx="1437589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Read the report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error, video, trace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835189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146085" y="1627632"/>
            <a:ext cx="1583893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19237" y="1682496"/>
            <a:ext cx="1437589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Revert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npm run demo:revert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729978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0040874" y="1627632"/>
            <a:ext cx="1583893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14026" y="1682496"/>
            <a:ext cx="1437589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npm test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passed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816352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34640"/>
                <a:gridCol w="3291840"/>
                <a:gridCol w="3200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change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the test sees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Real-world cause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TC02.2 dealer detail = list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Honda dealer renamed in cloud.ClientDealer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shows the RSA name, detail shows the CMS name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dealer renamed in the CMS, Benefit -&gt; RSA sync failed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TC05.3 create a job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380 status 701 -&gt; 702 in cloud.Client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380 is greyed out in the job form - no job can be created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active in Benefit, RSA never got the status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66928" y="4919472"/>
            <a:ext cx="11057839" cy="685800"/>
          </a:xfrm>
          <a:prstGeom prst="roundRect">
            <a:avLst>
              <a:gd name="adj" fmla="val 8000"/>
            </a:avLst>
          </a:prstGeom>
          <a:solidFill>
            <a:srgbClr val="FDF6E7"/>
          </a:solidFill>
          <a:ln w="12700">
            <a:solidFill>
              <a:srgbClr val="EBD9A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6928" y="4919472"/>
            <a:ext cx="64008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" y="4919472"/>
            <a:ext cx="1060063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is mocked and no test is edited. The two failures are what a real sync bug would look like in production.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 a failure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output from the rehearsal on UAT, 2 Oct 2026 - 2 failed, 11 passed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1874520"/>
          </a:xfrm>
          <a:prstGeom prst="roundRect">
            <a:avLst>
              <a:gd name="adj" fmla="val 2927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581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TC02.2 dealer detail opens from the list with matching code and name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expect(locator).toHaveValue(expected) failed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Expected: "0000 DEMO-DRIFT 0824 01"     &lt;- list, RSA database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Received: "0824 01"                     &lt;- detail, CMS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TC05.3 creating a job assigns a job id and reopens on its detail page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Error: client 380 cannot be selected for a new job - inactive in RSA?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Expected: enabled    Received: disabled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3730752"/>
            <a:ext cx="2531288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785616"/>
            <a:ext cx="238498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Expected vs Received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different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98216" y="373075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409112" y="3730752"/>
            <a:ext cx="2531288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82264" y="3785616"/>
            <a:ext cx="238498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Screenshot + video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user saw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40400" y="373075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51296" y="3730752"/>
            <a:ext cx="2531288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24448" y="3785616"/>
            <a:ext cx="238498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Trace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 and network at that step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82583" y="373075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093479" y="3730752"/>
            <a:ext cx="2531288" cy="914400"/>
          </a:xfrm>
          <a:prstGeom prst="roundRect">
            <a:avLst>
              <a:gd name="adj" fmla="val 8000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631" y="3785616"/>
            <a:ext cx="238498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Decide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product, data or test?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873752"/>
            <a:ext cx="11057839" cy="731520"/>
          </a:xfrm>
          <a:prstGeom prst="roundRect">
            <a:avLst>
              <a:gd name="adj" fmla="val 7500"/>
            </a:avLst>
          </a:prstGeom>
          <a:solidFill>
            <a:srgbClr val="FDF6E7"/>
          </a:solidFill>
          <a:ln w="12700">
            <a:solidFill>
              <a:srgbClr val="EBD9A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4873752"/>
            <a:ext cx="64008" cy="7315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873752"/>
            <a:ext cx="106006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 the product code is right and the tests are right: the data is wrong. The fix is the sync, not the test.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AI changed the effort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suite did not exist before. Not because nobody wanted it - because writing one by hand costs days that nobody had.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hand, or with the agent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13 checks, the same site, the same evidence - the only difference is how long it takes to exist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by hand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10128" y="1627632"/>
            <a:ext cx="6211519" cy="731520"/>
          </a:xfrm>
          <a:prstGeom prst="roundRect">
            <a:avLst>
              <a:gd name="adj" fmla="val 6250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10128" y="1627632"/>
            <a:ext cx="6211519" cy="731520"/>
          </a:xfrm>
          <a:prstGeom prst="roundRect">
            <a:avLst>
              <a:gd name="adj" fmla="val 625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04527" y="1627632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~4 days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66928" y="2724912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the agent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10128" y="2724912"/>
            <a:ext cx="6211519" cy="731520"/>
          </a:xfrm>
          <a:prstGeom prst="roundRect">
            <a:avLst>
              <a:gd name="adj" fmla="val 6250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10128" y="2724912"/>
            <a:ext cx="388220" cy="731520"/>
          </a:xfrm>
          <a:prstGeom prst="roundRect">
            <a:avLst>
              <a:gd name="adj" fmla="val 11777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04527" y="2724912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 hours</a:t>
            </a:r>
            <a:endParaRPr lang="en-US" sz="1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639312"/>
          <a:ext cx="11055096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651760"/>
                <a:gridCol w="264261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same job, step by step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By hand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With the agent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Set up the tool, the login and the reporting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half a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~15 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Find the right field on every screen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minutes - it reads the pages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 the 13 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~1.5 days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~40 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Chase down why they are unreliable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~30 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566928" y="5605272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"By hand" is an estimate built from those four lines. "With the agent" was measured during the session.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66928" y="5925312"/>
            <a:ext cx="1105783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Next: the suite running live, against UAT.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is faster - four reasons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them is "it types quickly"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2572436" cy="388620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627632"/>
            <a:ext cx="2572436" cy="54864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It reads the whole system at once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person opens one file at a time.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68096" y="3090672"/>
            <a:ext cx="21701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write a test you have to know exactly what each field and button is called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person clicks around and guesses, or searches the code by hand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reads the source and takes the real names straight from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95396" y="1627632"/>
            <a:ext cx="2572436" cy="388620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95396" y="1627632"/>
            <a:ext cx="2572436" cy="5486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6564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It works without stopping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596564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meetings, no context switching.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96564" y="3090672"/>
            <a:ext cx="21701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like this is normally spread over days, and part of every day goes on remembering where you were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does it as one continuous job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23864" y="1627632"/>
            <a:ext cx="2572436" cy="388620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23864" y="1627632"/>
            <a:ext cx="2572436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5032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Try, fail, fix - in seconds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25032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 loop is where the time really goes.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25032" y="3090672"/>
            <a:ext cx="21701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is mostly: run it, see what broke, fix it, run it again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a person each turn of that loop costs minutes and patience; here it is seconds, repeated without fatigue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52331" y="1627632"/>
            <a:ext cx="2572436" cy="388620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52331" y="1627632"/>
            <a:ext cx="2572436" cy="54864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53499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It does the parts we skip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253499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Structure, evidence, documentation.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253499" y="3090672"/>
            <a:ext cx="21701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Consistent naming, a README, screenshots and reports come as standard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are the first things dropped when a deadline is close - and the reason the next person starts from nothing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5696712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FDF6E7"/>
          </a:solidFill>
          <a:ln w="12700">
            <a:solidFill>
              <a:srgbClr val="EBD9A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5696712"/>
            <a:ext cx="64008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696712"/>
            <a:ext cx="1060063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person is fast at deciding what matters. The agent is fast at everything around it. That is why the pair beats either one alone.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human time still goes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fast at the mechanical work; judgement stays with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does the work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the tests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them and reads what failed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Fixes and runs again until they pass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down what it learned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still decide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journeys are worth automating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failure is a test problem or a real bug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may touch production, and what may never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merges without a review - same bar as any 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workshop point: the cost of an automated check has dropped far enough that "we do not have time to automate it" is no longer the real constraint.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it in CI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command a developer runs is the command the pipeline runs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011680"/>
          </a:xfrm>
          <a:prstGeom prst="roundRect">
            <a:avLst>
              <a:gd name="adj" fmla="val 2727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CI runner - CodeBuild, Bitbucket Pipelines, GitHub Actions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ci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playwright install --with-deps chromium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      # retries once on CI, serial, ~1 minute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artefacts to keep: playwright-report/  reports/junit.xml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69417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JUnit XML is what a CI dashboard reads; the HTML report is what a human opens.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1422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every pull request against the target branch, and nightly against UAT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red suite blocks the merge - that is the whole point of the investment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to arrange: CI credentials and a stable non-production account that does not rotate</a:t>
            </a:r>
            <a:endParaRPr lang="en-US" sz="14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00584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 coverage to the journeys that hurt most when they break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Dispatch, job status transitions, the Benefit redemption path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the suite in CI and make it a merge gate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CI permissions and a dedicated non-production account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the test data problem as a first-class task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 programs without privileges blocked job creation - seed data should be known and stable, not discovered by a failing test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same pattern on the mobile app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 tool, same approach - see the mobile deck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  |   github.com/bulubuloa/AS.APAC.AI.Workshop   |   Hoang Quach - Vietnam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International SOS - APAC Aspire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Test Automation with Playwright</dc:title>
  <dc:subject>PptxGenJS Presentation</dc:subject>
  <dc:creator>Hoang Quach</dc:creator>
  <cp:lastModifiedBy>Hoang Quach</cp:lastModifiedBy>
  <cp:revision>1</cp:revision>
  <dcterms:created xsi:type="dcterms:W3CDTF">2026-10-02T15:33:35Z</dcterms:created>
  <dcterms:modified xsi:type="dcterms:W3CDTF">2026-10-02T15:33:35Z</dcterms:modified>
</cp:coreProperties>
</file>