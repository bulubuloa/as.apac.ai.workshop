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Playwright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runnable smoke suite for the RoadSide agent portal (MSU), built and verified against the live UAT environment.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RSA / GAN on roadside-uat.aspireasia.net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automate the web portal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manual regression currently costs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- 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release, QA re-checks the same journeys by hand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Regressions are found late, often after deployment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a screenshot pasted into a ticket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re-tests the boring paths under time pressure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one tester’s 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automated suite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 run in about one minute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regression fails the run before QA ever sees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produced automatically: trace, video, screenshot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is the written-down definition of "it still works"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run it - one command, no tribal knowledge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does not replace QA. It takes the repetitive regression pass off their plate so they can test what is actually new.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Playwright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browser automation framework from Microsoft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API drives Chromium, Firefox and WebKit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test, three engines - and mobile-browser emulation for responsive checks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Auto-waiting is built in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waits for the element to be visible, stable and enabled - no sleep() calls, which is where flaky suites come from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TypeScript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and tooling as a front-end developer already uses; types catch selector mistakes before a run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first class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report, video, screenshots and a trace viewer that replays the run step by step with the DOM at each point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and vendor-neutral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licence, no per-seat cost, no cloud dependency - it runs on a laptop and in CI the same way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Playwright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who never gets tired, never gets bored, and never forgets a step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 into the box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page.getByPlaceholder('User name').fill('admin.ko')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page.getByPlaceholder('Password').fill('••••••')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the Sign in button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page.locator('#btnSignIn').click()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landed on the job list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expect(page).toHaveURL(/msu\/joblst/)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real site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598932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011680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9864" y="2121408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2744" y="2121408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2121408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9944" y="2075688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2075688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roadside-uat.aspireasia.net/auth/login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79592" y="2779776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79592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name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07608" y="2779776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admin.ko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48672" y="283464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879592" y="3474720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9592" y="32552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07608" y="3474720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948672" y="3529584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48672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79592" y="4078224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79592" y="40782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97496" y="4133088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97496" y="41330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23560" y="4553712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23560" y="4782312"/>
            <a:ext cx="59893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23560" y="4782312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69864" y="4892040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52744" y="4892040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35624" y="4892040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9944" y="4846320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1384" y="484632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roadside-uat.aspireasia.net/msu/joblst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9592" y="5422392"/>
            <a:ext cx="3017520" cy="118872"/>
          </a:xfrm>
          <a:prstGeom prst="rect">
            <a:avLst/>
          </a:prstGeom>
          <a:solidFill>
            <a:srgbClr val="CFD4DB"/>
          </a:solidFill>
          <a:ln w="12700">
            <a:solidFill>
              <a:srgbClr val="CFD4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9592" y="5641848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79592" y="5861304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71432" y="5550408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71432" y="55504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537192" y="5550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- as expected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written steps, run against the real site, with a video and screenshots kept as proof. Step 4 is the one that matters - it is where the test decides pass or fail.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 for RoadSide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features, thirteen checks, running against the live UAT portal - not a demo app.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5 features, 13 checks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- runs against roadside-uat.aspireasia.net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955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sign-in reaches the job list; a wrong password stays put and shows the server message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filters by client and every row matches; detail opens with the same code and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Provider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columns are intact; detail matches the row and carries the Mobile Provider flag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renders; a draft is created end to end; its detail shows title, status and content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by id; detail opens from the list; a job is created through the full cascade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815072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5072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906512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suite, serial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63216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3216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154656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written per run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1360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1360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402800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9503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59503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650943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928" y="56052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cases write real data (one announcement, one job). Every free-text field is prefixed [AUTO-TEST] so the rows are obvious and cleanable.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suite is organised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 keep the selectors in one place, so a UI change is a one-line fix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286000"/>
          </a:xfrm>
          <a:prstGeom prst="roundRect">
            <a:avLst>
              <a:gd name="adj" fmla="val 24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roadside-web/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pages/          LoginPage, JobPages, DealerPages, ProviderPages, AnnouncementPages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tests/          auth.setup.ts + one spec per feature (01-login … 05-job)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playwright.config.ts   serial, trace/video/screenshot ON, HTML + JUnit + JSON reporters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.env            base URL, account, environment-specific ids   (git-ignored)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        junit.xml, results.json        playwright-report/  index.html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9684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 per feature, one page object per screen - the shape a new joiner can guess.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3251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values live in .env, never in the test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ids, job ids and programs differ per environment - hard-coding them is why suites "work on my machine"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are git-ignored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.env.example is committed as the template; the real .env never leaves the laptop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test actually looks like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TC02.2 - the dealer detail must match the row it was opened from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test('TC02.2 dealer detail opens from the list with matching code and name', async ({ page }) =&gt; 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list = new DealerListPage(page);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list.goto();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list.searchClient(CLIENT_ID);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first = list.rows.first();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code = (await first.locator('td:nth-child(4)').innerText()).trim();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name = (await first.locator('td:nth-child(5)').innerText()).trim();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detailPage = await list.openFirst();          // handles the new-tab link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 = new DealerEditPage(detailPage);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expect(detail.code).toHaveValue(code);        // auto-waits, retries, then fails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expect(detail.name).toHaveValue(name);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8828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sleeps, no manual waits. expect() polls until the condition holds or the timeout expires.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produced automatically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test - passed or failed - records a trace, a video and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each run produces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playwright-report/index.html - the run, test by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viewer - replay each step with the DOM, network and console at that moment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and screenshot per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reports/junit.xml for CI, results.json for reporting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 here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failure comes with proof, not "it did not work"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developers look at the same artefact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trace shows the state before the failure, so no re-running to reproduce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Acceptance evidence for a ticket is a by-product, not extra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# 13 checks, ~1 minute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report           # opens the HTML report with traces and videos inline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writing the tests revealed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against a live environment finds things a demo app never would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creation depends on a data chain nobody had written down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→ program → customer tier → privilege → service type, each loaded by a separate ajax call. On UAT only the test programs (HOT UAT, Meo, Vit, Duck) have a privilege at all - Honda’s real programs have none, so a job cannot be created with them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rejected save answers HTTP 200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{"success":false,"error":"Privilege is required"} plus a browser alert(). The test captures the dialog so the failure message names the real reason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dealer detail page has no Save button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commented out in the view - dealers come from the CMS sync. The test asserts what the page really is, not what we assumed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client dropdown label is inconsistent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Sometimes "Honda Automobile (Thailand) Co., Ltd. (380)", sometimes without the id - the one flake we hit, now normalised in the assertion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was written by an AI agent driving the real application - measured, not estimated.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it with an AI agent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Code, working in the repository and against the live UAT site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MVC views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29779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675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3827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Derive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3526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14422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7574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pages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specs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77273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88169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321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against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51020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661916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5068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failures,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fix, re-run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86207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read the application, it did not guess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Selectors came from JobLst.cshtml, Job.cshtml, DealerList.cshtml - real ids like #tbMain, #btnSearch, select[name="clientProgram"]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probed the live app to answer its own questions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job creation failed with "Privilege is required", it enumerated every program/tier combination on UAT and found which ones actually have a privilege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Failures became knowledge, not guesswork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red run was read, diagnosed and fixed; the reasons are written into the README so the next person does not rediscover them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6692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 h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5836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empty folder to 13 green checks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7710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710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346854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checks, all verified on UAT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8728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8728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3×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27872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full-suite runs to prove stability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997467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97467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9088907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flake found and fixed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human time still goes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fast at the mechanical work; judgement stays with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good 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the application to find real selectors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page objects and specs in a consistent shape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Running, reading the failure, fixing, re-running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Probing the environment to answer factual questions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down what it learned so it is not lost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journeys matter enough to automate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counts as acceptable test data on a shared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a test bug or a product bug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touch production, and what may never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before anything is merged - same PR bar as any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workshop point: the cost of an automated check has dropped far enough that "we do not have time to automate it" is no longer the real constraint.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in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command a developer runs is the command the pipeline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CI runner - CodeBuild, Bitbucket Pipelines, GitHub Actions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--with-deps chromium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# retries once on CI, serial, ~1 minute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artefacts to keep: playwright-report/  reports/junit.xml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69417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XML is what a CI dashboard reads; the HTML report is what a human opens.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142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every pull request against the target branch, and nightly against UAT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suite blocks the merge - that is the whole point of the investment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arrange: CI credentials and a stable non-production account that does not rotate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coverage to the journeys that hurt most when they break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job status transitions, the Benefit redemption path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suite in CI and make it a merge gate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CI permissions and a dedicated non-production account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the test data problem as a first-class task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programs without privileges blocked job creation - seed data should be known and stable, not discovered by a failing test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same pattern on the mobile app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tool, same approach - see the mobile deck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Test Automation with Playwright</dc:title>
  <dc:subject>PptxGenJS Presentation</dc:subject>
  <dc:creator>Hoang Quach</dc:creator>
  <cp:lastModifiedBy>Hoang Quach</cp:lastModifiedBy>
  <cp:revision>1</cp:revision>
  <dcterms:created xsi:type="dcterms:W3CDTF">2026-09-28T03:25:15Z</dcterms:created>
  <dcterms:modified xsi:type="dcterms:W3CDTF">2026-09-28T03:25:15Z</dcterms:modified>
</cp:coreProperties>
</file>