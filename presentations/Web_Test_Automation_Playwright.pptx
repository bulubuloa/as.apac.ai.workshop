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hand, or with the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checks, the same site, the same evidence - the only difference is how long it takes to exist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by hand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527" y="162763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days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272491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agent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10128" y="272491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2724912"/>
            <a:ext cx="388220" cy="731520"/>
          </a:xfrm>
          <a:prstGeom prst="roundRect">
            <a:avLst>
              <a:gd name="adj" fmla="val 1177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04527" y="27249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hours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5096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651760"/>
                <a:gridCol w="264261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job, step by step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hand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the agent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 up the tool, the login and the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half a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~15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Find the right field on every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minutes - it reads the pages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 the 13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~1.5 days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Chase down why they are unreliable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560527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"By hand" is an estimate built from those four lines. "With the agent" was measured during the session.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66928" y="5925312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the suite running live, against UAT.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faster - four reasons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them is "it types quickly"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It reads everything at once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opens one file at a time.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write a test you must know what every box on the screen is called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clicks around and guesses, or digs through the code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 the pages behind those screens and took the names straight from them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5396" y="1627632"/>
            <a:ext cx="2572436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6564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It never loses the thread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6564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meetings, no interruptions, no tomorrow.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96564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like this is normally spread across days, and half of each day is spent remembering where you were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suite was built in one unbroken sitting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23864" y="1627632"/>
            <a:ext cx="2572436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5032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Run, fix, run again - in seconds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25032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is the slow part, not the typing.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fails, you read why, you fix it, you run it again - dozens of times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person each turn of that loop is minutes; here it is seconds, and it never gets bored of repeating it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331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499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It writes it down as it goes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253499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Normally the last job, usually skipped.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53499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reason, gotcha and dead end went into the README while it was still fresh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is the part that usually never happens, and the reason the next person starts from zero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57839" cy="68580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559552"/>
            <a:ext cx="64008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559552"/>
            <a:ext cx="106006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simply: a person is fast at deciding what to test and slow at everything around it. The agent is the other way round - which is why the pair is quicker than either alone.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them and reads what failed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and runs again until they pass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are worth automating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problem or a real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same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2026-09-28T06:11:12Z</dcterms:created>
  <dcterms:modified xsi:type="dcterms:W3CDTF">2026-09-28T06:11:12Z</dcterms:modified>
</cp:coreProperties>
</file>