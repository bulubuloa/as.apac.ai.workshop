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writing the tests revealed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against a live environment finds things a demo app never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create one job, five dropdowns must be filled in this exact order: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29779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40675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3827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3526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114422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7574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77273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88169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61321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Privilege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51020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661916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35068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type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267004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one stays empty until the one before it is chosen - and if the privilege is missing, the job simply cannot be saved.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08960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we found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Nobody had written that chain down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new developer or tester finds it out by failing. It is now in the test, so the next person inherits it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UAT, only the four test programs can create a 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Honda’s real programs have no privilege attached - so a test that "fails" there is a data problem, not a code problem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save still answers "OK"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real reason only appears in a pop-up. Easy for a person to miss, and it makes a failure look like the wrong thing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dealer page cannot be edited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Save button was removed - that data comes from the CMS. We assumed it was editable; it is not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was in a document. It came out of pointing the tests at the real system - which is the argument for doing it against UAT rather than a mock.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was written by an AI agent driving the real application - measured, not estimated.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it with an AI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MVC views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pages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specs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against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failures,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fix, re-run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 the application, it did not guess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Selectors came from JobLst.cshtml, Job.cshtml, DealerList.cshtml - real ids like #tbMain, #btnSearch, select[name="clientProgram"]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probed the live app to answer its own questions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job creation failed with "Privilege is required", it enumerated every program/tier combination on UAT and found which ones actually have a privilege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became knowledge, not guesswork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red run was read, diagnosed and fixed; the reasons are written into the README so the next person does not rediscover them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5836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empty folder to 13 green checks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7710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710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346854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checks, all verified on UAT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728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728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27872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full-suite runs to prove stability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97467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7467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088907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flake found and fixed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2026-09-28T03:36:38Z</dcterms:created>
  <dcterms:modified xsi:type="dcterms:W3CDTF">2026-09-28T03:36:38Z</dcterms:modified>
</cp:coreProperties>
</file>