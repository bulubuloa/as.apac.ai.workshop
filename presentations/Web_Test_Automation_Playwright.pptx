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3716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VIETNAM 2026 - ENGINEERING WORKING SESSIONS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105783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Test Automation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Playwright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017520"/>
            <a:ext cx="96862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runnable smoke suite for the RoadSide agent portal (MSU), built and verified against the live UAT environment.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1645920" cy="36576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3891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2 - QA automation working lab   |   Hoang Quach   |   RSA / GAN on roadside-uat.aspireasia.net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automate the web portal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manual regression currently costs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- 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release, QA re-checks the same journeys by hand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Regressions are found late, often after deployment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a screenshot pasted into a ticket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Nobody re-tests the boring paths under time pressure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lives in one tester’s head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566160"/>
          </a:xfrm>
          <a:prstGeom prst="roundRect">
            <a:avLst>
              <a:gd name="adj" fmla="val 205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an automated suite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13 checks run in about one minute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regression fails the run before QA ever sees it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produced automatically: trace, video, screenshot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 is the written-down definition of "it still works"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Anyone can run it - one command, no tribal knowledge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does not replace QA. It takes the repetitive regression pass off their plate so they can test what is actually new.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Playwright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open-source browser automation framework from Microsoft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API drives Chromium, Firefox and WebKit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test, three engines - and mobile-browser emulation for responsive checks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Auto-waiting is built in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waits for the element to be visible, stable and enabled - no sleep() calls, which is where flaky suites come from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TypeScript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language and tooling as a front-end developer already uses; types catch selector mistakes before a run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is first class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report, video, screenshots and a trace viewer that replays the run step by step with the DOM at each point</a:t>
            </a:r>
            <a:endParaRPr lang="en-US" sz="15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5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and vendor-neutral</a:t>
            </a:r>
            <a:endParaRPr lang="en-US" sz="15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licence, no per-seat cost, no cloud dependency - it runs on a laptop and in CI the same way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Playwright works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Think of it as a tester who never gets tired, never gets bored, and never forgets a step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write down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9264" y="20848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user name into the box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9264" y="2395728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395728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page.getByPlaceholder('User name').fill('admin.ko')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6928" y="3035808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0358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9264" y="3017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the password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69264" y="3328416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3328416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page.getByPlaceholder('Password').fill('••••••')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968496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684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9264" y="39502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the Sign in button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69264" y="4261104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261104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page.locator('#btnSignIn').click()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4901184"/>
            <a:ext cx="292608" cy="292608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9011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69264" y="48828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we landed on the job list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69264" y="5193792"/>
            <a:ext cx="4526280" cy="384048"/>
          </a:xfrm>
          <a:prstGeom prst="roundRect">
            <a:avLst>
              <a:gd name="adj" fmla="val 11905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78992" y="5193792"/>
            <a:ext cx="4343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expect(page).toHaveURL(/msu\/joblst/)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3560" y="16276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happens on the real site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623560" y="2011680"/>
            <a:ext cx="598932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23560" y="2011680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9864" y="2121408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52744" y="2121408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35624" y="2121408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9944" y="2075688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01384" y="2075688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roadside-uat.aspireasia.net/auth/login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879592" y="2779776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79592" y="25603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name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007608" y="2779776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admin.ko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948672" y="2834640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48672" y="2834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879592" y="3474720"/>
            <a:ext cx="3931920" cy="402336"/>
          </a:xfrm>
          <a:prstGeom prst="roundRect">
            <a:avLst>
              <a:gd name="adj" fmla="val 11364"/>
            </a:avLst>
          </a:prstGeom>
          <a:solidFill>
            <a:srgbClr val="FBFBFC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79592" y="325526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007608" y="3474720"/>
            <a:ext cx="3675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••••••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948672" y="3529584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48672" y="3529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879592" y="4078224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79592" y="40782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 in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397496" y="4133088"/>
            <a:ext cx="274320" cy="274320"/>
          </a:xfrm>
          <a:prstGeom prst="ellipse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97496" y="41330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23560" y="4553712"/>
            <a:ext cx="5989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623560" y="4782312"/>
            <a:ext cx="59893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623560" y="4782312"/>
            <a:ext cx="5989320" cy="329184"/>
          </a:xfrm>
          <a:prstGeom prst="rect">
            <a:avLst/>
          </a:prstGeom>
          <a:solidFill>
            <a:srgbClr val="EDEEF2"/>
          </a:solidFill>
          <a:ln w="12700">
            <a:solidFill>
              <a:srgbClr val="C9CDD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69864" y="4892040"/>
            <a:ext cx="109728" cy="109728"/>
          </a:xfrm>
          <a:prstGeom prst="ellipse">
            <a:avLst/>
          </a:prstGeom>
          <a:solidFill>
            <a:srgbClr val="E06C61"/>
          </a:solidFill>
          <a:ln w="12700">
            <a:solidFill>
              <a:srgbClr val="E06C6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952744" y="4892040"/>
            <a:ext cx="109728" cy="109728"/>
          </a:xfrm>
          <a:prstGeom prst="ellipse">
            <a:avLst/>
          </a:prstGeom>
          <a:solidFill>
            <a:srgbClr val="E3B341"/>
          </a:solidFill>
          <a:ln w="12700">
            <a:solidFill>
              <a:srgbClr val="E3B34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35624" y="4892040"/>
            <a:ext cx="109728" cy="109728"/>
          </a:xfrm>
          <a:prstGeom prst="ellipse">
            <a:avLst/>
          </a:prstGeom>
          <a:solidFill>
            <a:srgbClr val="7DC46B"/>
          </a:solidFill>
          <a:ln w="12700">
            <a:solidFill>
              <a:srgbClr val="7DC4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9944" y="4846320"/>
            <a:ext cx="4983480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D6D9D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1384" y="4846320"/>
            <a:ext cx="4892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roadside-uat.aspireasia.net/msu/joblst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9592" y="5422392"/>
            <a:ext cx="3017520" cy="118872"/>
          </a:xfrm>
          <a:prstGeom prst="rect">
            <a:avLst/>
          </a:prstGeom>
          <a:solidFill>
            <a:srgbClr val="CFD4DB"/>
          </a:solidFill>
          <a:ln w="12700">
            <a:solidFill>
              <a:srgbClr val="CFD4D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79592" y="5641848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79592" y="5861304"/>
            <a:ext cx="3017520" cy="118872"/>
          </a:xfrm>
          <a:prstGeom prst="rect">
            <a:avLst/>
          </a:prstGeom>
          <a:solidFill>
            <a:srgbClr val="E7E9ED"/>
          </a:solidFill>
          <a:ln w="12700">
            <a:solidFill>
              <a:srgbClr val="E7E9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171432" y="5550408"/>
            <a:ext cx="274320" cy="27432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171432" y="55504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9537192" y="5550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Job list - as expected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566928" y="6291072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written steps, run against the real site, with a video and screenshots kept as proof. Step 4 is the one that matters - it is where the test decides pass or fail.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 for RoadSide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features, thirteen checks, running against the live UAT portal - not a demo app.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suite: 5 features, 13 checks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- runs against roadside-uat.aspireasia.net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7955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Feature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Checks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proves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sign-in reaches the job list; a wrong password stays put and shows the server message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Dealer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filters by client and every row matches; detail opens with the same code and name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Provider User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columns are intact; detail matches the row and carries the Mobile Provider flag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Announcement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List renders; a draft is created end to end; its detail shows title, status and content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Job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by id; detail opens from the list; a job is created through the full cascade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815072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815072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 min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2906512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suite, serial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63216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63216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154656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records written per run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311360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1360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546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402800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test code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59503" y="4279392"/>
            <a:ext cx="2065264" cy="1143000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59503" y="440740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9650943" y="495604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66928" y="56052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cases write real data (one announcement, one job). Every free-text field is prefixed [AUTO-TEST] so the rows are obvious and cleanable.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suite is organised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objects keep the selectors in one place, so a UI change is a one-line fix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286000"/>
          </a:xfrm>
          <a:prstGeom prst="roundRect">
            <a:avLst>
              <a:gd name="adj" fmla="val 2400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roadside-web/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pages/          LoginPage, JobPages, DealerPages, ProviderPages, AnnouncementPages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tests/          auth.setup.ts + one spec per feature (01-login … 05-job)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playwright.config.ts   serial, trace/video/screenshot ON, HTML + JUnit + JSON reporters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.env            base URL, account, environment-specific ids   (git-ignored)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reports/        junit.xml, results.json        playwright-report/  index.html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9684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spec per feature, one page object per screen - the shape a new joiner can guess.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32511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 values live in .env, never in the test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ids, job ids and programs differ per environment - hard-coding them is why suites "work on my machine"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are git-ignored</a:t>
            </a:r>
            <a:endParaRPr lang="en-US" sz="145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.env.example is committed as the template; the real .env never leaves the laptop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test actually looks like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TC02.2 - the dealer detail must match the row it was opened from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2907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test('TC02.2 dealer detail opens from the list with matching code and name', async ({ page }) =&gt; {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list = new DealerListPage(page);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list.goto();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list.searchClient(CLIENT_ID);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first = list.rows.first();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code = (await first.locator('td:nth-child(4)').innerText()).trim();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name = (await first.locator('td:nth-child(5)').innerText()).trim();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detailPage = await list.openFirst();          // handles the new-tab link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detail = new DealerEditPage(detailPage);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expect(detail.code).toHaveValue(code);        // auto-waits, retries, then fails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await expect(detail.name).toHaveValue(name);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488289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sleeps, no manual waits. expect() polls until the condition holds or the timeout expires.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produced automatically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test - passed or failed - records a trace, a video and a screenshot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each run produces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playwright-report/index.html - the run, test by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viewer - replay each step with the DOM, network and console at that moment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and screenshot per test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reports/junit.xml for CI, results.json for reporting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017520"/>
          </a:xfrm>
          <a:prstGeom prst="roundRect">
            <a:avLst>
              <a:gd name="adj" fmla="val 242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matters here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failure comes with proof, not "it did not work"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and developers look at the same artefact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trace shows the state before the failure, so no re-running to reproduce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Acceptance evidence for a ticket is a by-product, not extra work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4873752"/>
            <a:ext cx="11057839" cy="868680"/>
          </a:xfrm>
          <a:prstGeom prst="roundRect">
            <a:avLst>
              <a:gd name="adj" fmla="val 631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5020056"/>
            <a:ext cx="10655503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# 13 checks, ~1 minute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report           # opens the HTML report with traces and videos inline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problem, in plain terms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Creating one job is like a form where each answer unlocks the next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Client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is it for?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29779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40675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13827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scheme?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03526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114422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7574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Customer tier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level?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077273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88169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61321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Privilege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they claim?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51020" y="1673352"/>
            <a:ext cx="31089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661916" y="1673352"/>
            <a:ext cx="1962851" cy="1051560"/>
          </a:xfrm>
          <a:prstGeom prst="roundRect">
            <a:avLst>
              <a:gd name="adj" fmla="val 6957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35068" y="1728216"/>
            <a:ext cx="1816547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Service type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 they need?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286207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 client, and only that client’s programs appear. Pick a program, and only its tiers appear. And so on down the line - you cannot skip a step, and you cannot fill them out of order.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3410712"/>
            <a:ext cx="11057839" cy="777240"/>
          </a:xfrm>
          <a:prstGeom prst="roundRect">
            <a:avLst>
              <a:gd name="adj" fmla="val 7059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3410712"/>
            <a:ext cx="64008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410712"/>
            <a:ext cx="106006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is where it breaks. If the chosen programme has no privilege attached, the job cannot be saved at all - and the screen does not tell you that is the reason.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66928" y="4416552"/>
            <a:ext cx="5300320" cy="173736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59943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privilege is, in one line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5020056"/>
            <a:ext cx="48614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that says what a customer is entitled to claim - the towing, the battery job, the fuel delivery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privilege means the customer is not entitled to anything, so there is no job to create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24448" y="4416552"/>
            <a:ext cx="5300320" cy="1737360"/>
          </a:xfrm>
          <a:prstGeom prst="roundRect">
            <a:avLst>
              <a:gd name="adj" fmla="val 4211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3904" y="459943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bit the tests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43904" y="5020056"/>
            <a:ext cx="48614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filled the form exactly as a person would, and still could not save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message said "Privilege is required" - true, but it does not say which programme would work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4 of the 15 programmes on UAT actually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programme available for this client on UAT, and whether a job can be created with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Honda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07757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0909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Honda EV Car (E:N1)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48585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1737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NonRecurring ALL Products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289414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2566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 test honda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530243" y="1627632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3395" y="1627632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 test Honda2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Annie28042025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807757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80909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48585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1737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- 8386899868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89414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2566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34333434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30243" y="2322576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3395" y="2322576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Aspire Program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Meo Roadside program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07757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909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585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1737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89414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2566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622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Duck program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530243" y="3017520"/>
            <a:ext cx="2094525" cy="566928"/>
          </a:xfrm>
          <a:prstGeom prst="roundRect">
            <a:avLst>
              <a:gd name="adj" fmla="val 967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3395" y="3017520"/>
            <a:ext cx="194822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hot-harry-program-20260706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3877056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E4F2E8"/>
          </a:solidFill>
          <a:ln w="12700">
            <a:solidFill>
              <a:srgbClr val="7FB89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384048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 a privilege - a job can be created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773168" y="3877056"/>
            <a:ext cx="201168" cy="164592"/>
          </a:xfrm>
          <a:prstGeom prst="roundRect">
            <a:avLst>
              <a:gd name="adj" fmla="val 16667"/>
            </a:avLst>
          </a:prstGeom>
          <a:solidFill>
            <a:srgbClr val="F2F3F5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47488" y="38404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privilege - the job cannot be saved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42428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4242816"/>
            <a:ext cx="64008" cy="6583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4242816"/>
            <a:ext cx="1060063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Eleven of these look perfectly usable. Pick one and the job simply will not save - the same dead end a tester, a developer or a demo would hit.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566928" y="5029200"/>
            <a:ext cx="5300320" cy="1627632"/>
          </a:xfrm>
          <a:prstGeom prst="roundRect">
            <a:avLst>
              <a:gd name="adj" fmla="val 449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6384" y="521208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did about it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86384" y="5632704"/>
            <a:ext cx="486140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asks for a programme by name, not an id that breaks elsewhere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none works it says so plainly, not "Privilege is required"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324448" y="5029200"/>
            <a:ext cx="5300320" cy="1627632"/>
          </a:xfrm>
          <a:prstGeom prst="roundRect">
            <a:avLst>
              <a:gd name="adj" fmla="val 4494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43904" y="5212080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should really happen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6543904" y="5632704"/>
            <a:ext cx="4861408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data should mirror how production is really set up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Otherwise every new person loses an afternoon to the same dead end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else the tests revealed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things, all of them found by pointing the tests at the real system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we found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FA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Nobody had written that five-step chain down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new developer or tester finds it out by failing. It is now in the test, so the next person inherits it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rejected save still answers "OK"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real reason only appears in a pop-up. Easy for a person to miss, and it makes a failure look like the wrong thing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dealer page cannot be edited at all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Save button was removed - that data comes from the CMS. We assumed it was editable; it is not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dropdown label changes between page loads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Sometimes it shows the client number, sometimes not - the kind of inconsistency that makes people distrust a screen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1206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this was in a document. It came out of pointing the tests at the real system - which is the argument for testing against UAT rather than a mock-up.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5F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116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>
                    <a:alpha val="45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AI changed the effort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3794760"/>
            <a:ext cx="92290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8E6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suite did not exist before. Not because nobody wanted it - because writing one by hand costs days that nobody had.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one afternoon produced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RSA portal has been live for years with no automated regression at all. This is where it stood by the end of one session.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13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checks, from nothing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15072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5072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06512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 covered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63216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63216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 h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154656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to a working suite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1360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1360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402800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full runs, to prove it holds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59503" y="1627632"/>
            <a:ext cx="2065264" cy="1280160"/>
          </a:xfrm>
          <a:prstGeom prst="roundRect">
            <a:avLst>
              <a:gd name="adj" fmla="val 5714"/>
            </a:avLst>
          </a:prstGeom>
          <a:solidFill>
            <a:srgbClr val="E8F0F8"/>
          </a:solidFill>
          <a:ln w="12700">
            <a:solidFill>
              <a:srgbClr val="E8F0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59503" y="1755648"/>
            <a:ext cx="20652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650943" y="2304288"/>
            <a:ext cx="188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problem nobody knew about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Empty folder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29779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2840675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13827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passing on UAT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03526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114422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7574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13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77273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388169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61321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dead end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51020" y="3319272"/>
            <a:ext cx="3108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61916" y="3319272"/>
            <a:ext cx="1962851" cy="868680"/>
          </a:xfrm>
          <a:prstGeom prst="roundRect">
            <a:avLst>
              <a:gd name="adj" fmla="val 8421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35068" y="3374136"/>
            <a:ext cx="1816547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across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full runs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462272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462272"/>
            <a:ext cx="64008" cy="73152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462272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 that matters for next time: the expensive pieces - sign-in, the page objects, the evidence and the reporting - are now built. The next check costs minutes, not days.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542239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on this slide was measured during the session, not estimated afterwards. The suite runs on demand - you can watch it happen.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parts that were not typing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Code, working in the repository and against the live UAT site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27632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test code is the easy half. These three are the ones that make teams abandon automation - and each was found and solved during the session, not designed in advance.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57984"/>
            <a:ext cx="3515258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save that said "OK"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saved a job. The server answered success - and nothing happened.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rejection was hidden in a pop-up the browser closes automatically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read the application’s own script, found where the message is raised, and made the test capture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now say "Privilege is required" instead of "the page did not change"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38218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2157984"/>
            <a:ext cx="3515258" cy="5486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39386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dropdowns that were never ready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39386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dropdowns, each filled by its own background request.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39386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Waiting for "the page to look finished" was not enough - the page reloads one list while you fill the next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identified the four specific requests and waits for the right one each time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the single most common cause of tests that pass locally and fail in CI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09509" y="2157984"/>
            <a:ext cx="3515258" cy="3200400"/>
          </a:xfrm>
          <a:prstGeom prst="roundRect">
            <a:avLst>
              <a:gd name="adj" fmla="val 2286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2157984"/>
            <a:ext cx="3515258" cy="54864"/>
          </a:xfrm>
          <a:prstGeom prst="rect">
            <a:avLst/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10677" y="2322576"/>
            <a:ext cx="311292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dead end in the data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10677" y="2852928"/>
            <a:ext cx="311292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 could not be created with any obvious programme.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310677" y="3621024"/>
            <a:ext cx="311292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Rather than guess, it checked all 15 programmes and their tiers on UAT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the 4 that work and made the test ask for one by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 a question that was not written down anywhere (next slide)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541264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FDF6E7"/>
          </a:solidFill>
          <a:ln w="12700">
            <a:solidFill>
              <a:srgbClr val="EBD9A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5541264"/>
            <a:ext cx="64008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541264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None of these are typing problems. They are the judgement calls that decide whether a suite is trusted or quietly switched off six months later.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example: the puzzle it solved by itself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job-creation test failed. Instead of guessing, it went and found the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fails: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"Privilege is required"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98216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09112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0B5FA5"/>
          </a:solidFill>
          <a:ln w="12700">
            <a:solidFill>
              <a:srgbClr val="0B5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2264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every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tier on UAT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0400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51296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4448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only 4 of 15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programs can work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82583" y="1627632"/>
            <a:ext cx="310896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093479" y="1627632"/>
            <a:ext cx="2531288" cy="960120"/>
          </a:xfrm>
          <a:prstGeom prst="roundRect">
            <a:avLst>
              <a:gd name="adj" fmla="val 7619"/>
            </a:avLst>
          </a:prstGeom>
          <a:solidFill>
            <a:srgbClr val="E8F0F8"/>
          </a:solidFill>
          <a:ln w="12700">
            <a:solidFill>
              <a:srgbClr val="C9DA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6631" y="1682496"/>
            <a:ext cx="2384984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picks a working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- and it 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down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usual ways this goes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638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around until someone remembers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a few by hand and stop at the first that works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Hard-code an id that quietly breaks on the next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simply give up on automating job creation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4448" y="2953512"/>
            <a:ext cx="5300320" cy="2743200"/>
          </a:xfrm>
          <a:prstGeom prst="roundRect">
            <a:avLst>
              <a:gd name="adj" fmla="val 2667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43904" y="313639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actually happened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43904" y="3557016"/>
            <a:ext cx="4861408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walked all 15 programs and their tiers in one run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reported exactly which ones have a privilege attached: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 UAT Program  ·  Meo Roadside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 roadside program  ·  Duck program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test now selects a program by name, so a different environment does not break 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"Which programs can actually create a job on UAT?" had no answer anywhere - not in a document, not in the code. Now it does, and it took one run to get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human time still goes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fast at the mechanical work; judgement stays with us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is good at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application to find real selectors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page objects and specs in a consistent shape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Running, reading the failure, fixing, re-running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Probing the environment to answer factual questions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Writing down what it learned so it is not lost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27632"/>
            <a:ext cx="5300320" cy="3474720"/>
          </a:xfrm>
          <a:prstGeom prst="roundRect">
            <a:avLst>
              <a:gd name="adj" fmla="val 2105"/>
            </a:avLst>
          </a:prstGeom>
          <a:solidFill>
            <a:srgbClr val="F6F7F9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43904" y="1810512"/>
            <a:ext cx="486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FA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still decide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43904" y="2231136"/>
            <a:ext cx="486140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journeys matter enough to automate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counts as acceptable test data on a shared environment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failure is a test bug or a product bug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may touch production, and what may never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before anything is merged - same PR bar as any code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7607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workshop point: the cost of an automated check has dropped far enough that "we do not have time to automate it" is no longer the real constraint.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it in CI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command a developer runs is the command the pipeline runs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1057839" cy="18288"/>
          </a:xfrm>
          <a:prstGeom prst="rect">
            <a:avLst/>
          </a:prstGeom>
          <a:solidFill>
            <a:srgbClr val="D9D9D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27632"/>
            <a:ext cx="11057839" cy="2011680"/>
          </a:xfrm>
          <a:prstGeom prst="roundRect">
            <a:avLst>
              <a:gd name="adj" fmla="val 2727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73936"/>
            <a:ext cx="10655503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any CI runner - CodeBuild, Bitbucket Pipelines, GitHub Actions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--with-deps chromium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                     # retries once on CI, serial, ~1 minute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8E8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artefacts to keep: playwright-report/  reports/junit.xml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66928" y="3694176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JUnit XML is what a CI dashboard reads; the HTML report is what a human opens.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142232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on every pull request against the target branch, and nightly against UAT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red suite blocks the merge - that is the whole point of the investment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to arrange: CI credentials and a stable non-production account that does not rotate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7744"/>
          </a:xfrm>
          <a:prstGeom prst="rect">
            <a:avLst/>
          </a:prstGeom>
          <a:solidFill>
            <a:srgbClr val="0B5FA5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11057839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coverage to the journeys that hurt most when they break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Dispatch, job status transitions, the Benefit redemption path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suite in CI and make it a merge gate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CI permissions and a dedicated non-production account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the test data problem as a first-class task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programs without privileges blocked job creation - seed data should be known and stable, not discovered by a failing test</a:t>
            </a:r>
            <a:endParaRPr lang="en-US" sz="1700" dirty="0"/>
          </a:p>
          <a:p>
            <a:pPr marL="342900" indent="-342900">
              <a:lnSpc>
                <a:spcPct val="115000"/>
              </a:lnSpc>
              <a:spcAft>
                <a:spcPts val="200"/>
              </a:spcAft>
              <a:buSzPct val="100000"/>
              <a:buChar char="•"/>
            </a:pPr>
            <a:r>
              <a:rPr lang="en-US" sz="1700" b="1" dirty="0">
                <a:solidFill>
                  <a:srgbClr val="1A1A1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same pattern on the mobile app</a:t>
            </a:r>
            <a:endParaRPr lang="en-US" sz="1700" dirty="0"/>
          </a:p>
          <a:p>
            <a:pPr lvl="1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3F3F4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 tool, same approach - see the mobile deck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71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ai-workshop/roadside-web   |   github.com/bulubuloa/AS.APAC.AI.Workshop   |   Hoang Quach - Vietnam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International SOS - APAC Aspire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Test Automation with Playwright</dc:title>
  <dc:subject>PptxGenJS Presentation</dc:subject>
  <dc:creator>Hoang Quach</dc:creator>
  <cp:lastModifiedBy>Hoang Quach</cp:lastModifiedBy>
  <cp:revision>1</cp:revision>
  <dcterms:created xsi:type="dcterms:W3CDTF">2026-09-28T04:05:43Z</dcterms:created>
  <dcterms:modified xsi:type="dcterms:W3CDTF">2026-09-28T04:05:43Z</dcterms:modified>
</cp:coreProperties>
</file>