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VIETNAM 2026 - ENGINEERING WORKING SESSIONS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105783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Test Automation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Playwright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96862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runnable smoke suite for the RoadSide agent portal (MSU), built and verified against the live UAT environment.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1645920" cy="36576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3891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2 - QA automation working lab   |   Hoang Quach   |   RSA / GAN on roadside-uat.aspireasia.net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automate the web portal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manual regression currently costs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- manual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release, QA re-checks the same journeys by hand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Regressions are found late, often after deployment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a screenshot pasted into a ticket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re-tests the boring paths under time pressure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lives in one tester’s head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an automated suite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13 checks run in about one minute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regression fails the run before QA ever sees it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produced automatically: trace, video, screenshot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is the written-down definition of "it still works"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Anyone can run it - one command, no tribal knowledge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does not replace QA. It takes the repetitive regression pass off their plate so they can test what is actually new.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Playwright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open-source browser automation framework from Microsoft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API drives Chromium, Firefox and WebKit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test, three engines - and mobile-browser emulation for responsive checks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Auto-waiting is built in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waits for the element to be visible, stable and enabled - no sleep() calls, which is where flaky suites come from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TypeScript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language and tooling as a front-end developer already uses; types catch selector mistakes before a run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first class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report, video, screenshots and a trace viewer that replays the run step by step with the DOM at each point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and vendor-neutral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licence, no per-seat cost, no cloud dependency - it runs on a laptop and in CI the same way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Playwright works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 of it as a tester who never gets tired, never gets bored, and never forgets a step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write down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20848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user name into the box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69264" y="2395728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395728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page.getByPlaceholder('User name').fill('admin.ko')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3035808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0358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9264" y="3017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password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9264" y="3328416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3328416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page.getByPlaceholder('Password').fill('••••••')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968496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9684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9264" y="39502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 the Sign in button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69264" y="4261104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261104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page.locator('#btnSignIn').click()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4901184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9011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9264" y="48828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we landed on the job list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69264" y="5193792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8992" y="5193792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expect(page).toHaveURL(/msu\/joblst/)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3560" y="16276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on the real site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23560" y="2011680"/>
            <a:ext cx="598932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23560" y="2011680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9864" y="2121408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52744" y="2121408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35624" y="2121408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9944" y="2075688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01384" y="2075688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roadside-uat.aspireasia.net/auth/login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879592" y="2779776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79592" y="25603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name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007608" y="2779776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admin.ko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948672" y="2834640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48672" y="2834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879592" y="3474720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79592" y="325526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007608" y="3474720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••••••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948672" y="3529584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48672" y="3529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879592" y="4078224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79592" y="40782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397496" y="4133088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97496" y="41330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623560" y="4553712"/>
            <a:ext cx="5989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623560" y="4782312"/>
            <a:ext cx="59893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23560" y="4782312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769864" y="4892040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52744" y="4892040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35624" y="4892040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9944" y="4846320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01384" y="484632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roadside-uat.aspireasia.net/msu/joblst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9592" y="5422392"/>
            <a:ext cx="3017520" cy="118872"/>
          </a:xfrm>
          <a:prstGeom prst="rect">
            <a:avLst/>
          </a:prstGeom>
          <a:solidFill>
            <a:srgbClr val="CFD4DB"/>
          </a:solidFill>
          <a:ln w="12700">
            <a:solidFill>
              <a:srgbClr val="CFD4D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79592" y="5641848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879592" y="5861304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71432" y="5550408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71432" y="55504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9537192" y="5550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list - as expected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566928" y="6291072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written steps, run against the real site, with a video and screenshots kept as proof. Step 4 is the one that matters - it is where the test decides pass or fail.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 for RoadSide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features, thirteen checks, running against the live UAT portal - not a demo app.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suite: 5 features, 13 checks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- runs against roadside-uat.aspireasia.net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7955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proves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 sign-in reaches the job list; a wrong password stays put and shows the server message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Dealer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filters by client and every row matches; detail opens with the same code and name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Provider User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columns are intact; detail matches the row and carries the Mobile Provider flag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Announcement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renders; a draft is created end to end; its detail shows title, status and content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Job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 by id; detail opens from the list; a job is created through the full cascade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8368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815072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15072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 min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906512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suite, serial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63216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63216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5154656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records written per run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1360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1360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546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402800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test code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559503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59503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650943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on UAT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66928" y="560527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cases write real data (one announcement, one job). Every free-text field is prefixed [AUTO-TEST] so the rows are obvious and cleanable.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suite is organised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objects keep the selectors in one place, so a UI change is a one-line fix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286000"/>
          </a:xfrm>
          <a:prstGeom prst="roundRect">
            <a:avLst>
              <a:gd name="adj" fmla="val 2400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roadside-web/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pages/          LoginPage, JobPages, DealerPages, ProviderPages, AnnouncementPages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tests/          auth.setup.ts + one spec per feature (01-login … 05-job)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playwright.config.ts   serial, trace/video/screenshot ON, HTML + JUnit + JSON reporters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.env            base URL, account, environment-specific ids   (git-ignored)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reports/        junit.xml, results.json        playwright-report/  index.html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9684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spec per feature, one page object per screen - the shape a new joiner can guess.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32511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values live in .env, never in the test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ids, job ids and programs differ per environment - hard-coding them is why suites "work on my machine"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are git-ignored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.env.example is committed as the template; the real .env never leaves the laptop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test actually looks like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TC02.2 - the dealer detail must match the row it was opened from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2907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test('TC02.2 dealer detail opens from the list with matching code and name', async ({ page }) =&gt; {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list = new DealerListPage(page);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list.goto();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list.searchClient(CLIENT_ID);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first = list.rows.first();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code = (await first.locator('td:nth-child(4)').innerText()).trim();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name = (await first.locator('td:nth-child(5)').innerText()).trim();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detailPage = await list.openFirst();          // handles the new-tab link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 = new DealerEditPage(detailPage);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expect(detail.code).toHaveValue(code);        // auto-waits, retries, then fails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expect(detail.name).toHaveValue(name);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48828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sleeps, no manual waits. expect() polls until the condition holds or the timeout expires.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Evidence, produced automatically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test - passed or failed - records a trace, a video and a screenshot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each run produces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playwright-report/index.html - the run, test by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viewer - replay each step with the DOM, network and console at that moment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and screenshot per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reports/junit.xml for CI, results.json for reporting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matters here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failure comes with proof, not "it did not work"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and developers look at the same artefact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trace shows the state before the failure, so no re-running to reproduce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Acceptance evidence for a ticket is a by-product, not extra work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4873752"/>
            <a:ext cx="11057839" cy="868680"/>
          </a:xfrm>
          <a:prstGeom prst="roundRect">
            <a:avLst>
              <a:gd name="adj" fmla="val 6316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5020056"/>
            <a:ext cx="10655503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# 13 checks, ~1 minute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report           # opens the HTML report with traces and videos inline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AI changed the effort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suite did not exist before. Not because nobody wanted it - because writing one by hand costs days that nobody had.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one afternoon produced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RSA portal has been live for years with no automated regression at all. This is where it stood by the end of one session.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2065264" cy="1280160"/>
          </a:xfrm>
          <a:prstGeom prst="roundRect">
            <a:avLst>
              <a:gd name="adj" fmla="val 5714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75564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→ 13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230428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checks, from nothing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15072" y="1627632"/>
            <a:ext cx="2065264" cy="1280160"/>
          </a:xfrm>
          <a:prstGeom prst="roundRect">
            <a:avLst>
              <a:gd name="adj" fmla="val 5714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5072" y="175564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906512" y="230428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 covered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63216" y="1627632"/>
            <a:ext cx="2065264" cy="1280160"/>
          </a:xfrm>
          <a:prstGeom prst="roundRect">
            <a:avLst>
              <a:gd name="adj" fmla="val 5714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63216" y="175564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 h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154656" y="230428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to a working suite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1360" y="1627632"/>
            <a:ext cx="2065264" cy="1280160"/>
          </a:xfrm>
          <a:prstGeom prst="roundRect">
            <a:avLst>
              <a:gd name="adj" fmla="val 5714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1360" y="175564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3×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402800" y="230428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full runs, to prove it holds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559503" y="1627632"/>
            <a:ext cx="2065264" cy="1280160"/>
          </a:xfrm>
          <a:prstGeom prst="roundRect">
            <a:avLst>
              <a:gd name="adj" fmla="val 5714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59503" y="175564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650943" y="230428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problem nobody knew about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37413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Empty folder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29779" y="331927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2840675" y="331927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13827" y="337413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test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on UAT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03526" y="331927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114422" y="331927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7574" y="337413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13 checks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green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77273" y="331927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7388169" y="331927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61321" y="337413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dead end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351020" y="331927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661916" y="331927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35068" y="337413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Stable across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full runs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462272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462272"/>
            <a:ext cx="64008" cy="731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462272"/>
            <a:ext cx="106006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part that matters for next time: the expensive pieces - sign-in, the page objects, the evidence and the reporting - are now built. The next check costs minutes, not days.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66928" y="542239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on this slide was measured during the session, not estimated afterwards. The suite runs on demand - you can watch it happen.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parts that were not typing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Code, working in the repository and against the live UAT site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Writing test code is the easy half. These three are the ones that make teams abandon automation - and each was found and solved during the session, not designed in advance.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157984"/>
            <a:ext cx="3515258" cy="3200400"/>
          </a:xfrm>
          <a:prstGeom prst="roundRect">
            <a:avLst>
              <a:gd name="adj" fmla="val 2286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2157984"/>
            <a:ext cx="3515258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322576"/>
            <a:ext cx="311292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save that said "OK"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852928"/>
            <a:ext cx="311292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test saved a job. The server answered success - and nothing happened.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68096" y="3621024"/>
            <a:ext cx="311292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rejection was hidden in a pop-up the browser closes automatically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read the application’s own script, found where the message is raised, and made the test capture it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Failures now say "Privilege is required" instead of "the page did not change"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38218" y="2157984"/>
            <a:ext cx="3515258" cy="3200400"/>
          </a:xfrm>
          <a:prstGeom prst="roundRect">
            <a:avLst>
              <a:gd name="adj" fmla="val 2286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2157984"/>
            <a:ext cx="3515258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39386" y="2322576"/>
            <a:ext cx="311292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dropdowns that were never ready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39386" y="2852928"/>
            <a:ext cx="311292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dropdowns, each filled by its own background request.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39386" y="3621024"/>
            <a:ext cx="311292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Waiting for "the page to look finished" was not enough - the page reloads one list while you fill the next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identified the four specific requests and waits for the right one each time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is the single most common cause of tests that pass locally and fail in CI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09509" y="2157984"/>
            <a:ext cx="3515258" cy="3200400"/>
          </a:xfrm>
          <a:prstGeom prst="roundRect">
            <a:avLst>
              <a:gd name="adj" fmla="val 2286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2157984"/>
            <a:ext cx="3515258" cy="54864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10677" y="2322576"/>
            <a:ext cx="311292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dead end in the data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10677" y="2852928"/>
            <a:ext cx="311292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job could not be created with any obvious programme.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310677" y="3621024"/>
            <a:ext cx="311292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Rather than guess, it checked all 15 programmes and their tiers on UAT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 the 4 that work and made the test ask for one by name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 a question that was not written down anywhere (next slide)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5541264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5541264"/>
            <a:ext cx="64008" cy="7315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541264"/>
            <a:ext cx="106006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these are typing problems. They are the judgement calls that decide whether a suite is trusted or quietly switched off six months later.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example: the puzzle it solved by itself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job-creation test failed. Instead of guessing, it went and found the answer.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fails: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"Privilege is required"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098216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409112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82264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 every program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tier on UAT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0400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51296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4448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Finds only 4 of 15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programs can work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82583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9093479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66631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picks a working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- and it 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down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2953512"/>
            <a:ext cx="5300320" cy="2743200"/>
          </a:xfrm>
          <a:prstGeom prst="roundRect">
            <a:avLst>
              <a:gd name="adj" fmla="val 2667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313639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usual ways this goes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86384" y="3557016"/>
            <a:ext cx="486140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around until someone remembers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a few by hand and stop at the first that works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 an id that quietly breaks on the next environment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simply give up on automating job creation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4448" y="2953512"/>
            <a:ext cx="5300320" cy="2743200"/>
          </a:xfrm>
          <a:prstGeom prst="roundRect">
            <a:avLst>
              <a:gd name="adj" fmla="val 2667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43904" y="313639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actually happened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43904" y="3557016"/>
            <a:ext cx="486140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walked all 15 programs and their tiers in one run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reported exactly which ones have a privilege attached: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 UAT Program  ·  Meo Roadside program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 roadside program  ·  Duck program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test now selects a program by name, so a different environment does not break 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"Which programs can actually create a job on UAT?" had no answer anywhere - not in a document, not in the code. Now it does, and it took one run to get it.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human time still goes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fast at the mechanical work; judgement stays with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good at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 the application to find real selectors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Writing page objects and specs in a consistent shape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Running, reading the failure, fixing, re-running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Probing the environment to answer factual questions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Writing down what it learned so it is not lost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still decide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journeys matter enough to automate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counts as acceptable test data on a shared environment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failure is a test bug or a product bug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may touch production, and what may never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before anything is merged - same PR bar as any 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workshop point: the cost of an automated check has dropped far enough that "we do not have time to automate it" is no longer the real constraint.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it in CI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command a developer runs is the command the pipeline runs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011680"/>
          </a:xfrm>
          <a:prstGeom prst="roundRect">
            <a:avLst>
              <a:gd name="adj" fmla="val 2727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CI runner - CodeBuild, Bitbucket Pipelines, GitHub Actions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ci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playwright install --with-deps chromium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      # retries once on CI, serial, ~1 minute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artefacts to keep: playwright-report/  reports/junit.xml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69417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JUnit XML is what a CI dashboard reads; the HTML report is what a human opens.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1422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every pull request against the target branch, and nightly against UAT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red suite blocks the merge - that is the whole point of the investment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to arrange: CI credentials and a stable non-production account that does not rotate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00584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 coverage to the journeys that hurt most when they break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Dispatch, job status transitions, the Benefit redemption path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the suite in CI and make it a merge gate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CI permissions and a dedicated non-production account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the test data problem as a first-class task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 programs without privileges blocked job creation - seed data should be known and stable, not discovered by a failing test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same pattern on the mobile app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 tool, same approach - see the mobile deck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  |   github.com/bulubuloa/AS.APAC.AI.Workshop   |   Hoang Quach - Vietnam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International SOS - APAC Aspire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Test Automation with Playwright</dc:title>
  <dc:subject>PptxGenJS Presentation</dc:subject>
  <dc:creator>Hoang Quach</dc:creator>
  <cp:lastModifiedBy>Hoang Quach</cp:lastModifiedBy>
  <cp:revision>1</cp:revision>
  <dcterms:created xsi:type="dcterms:W3CDTF">2026-09-28T04:17:59Z</dcterms:created>
  <dcterms:modified xsi:type="dcterms:W3CDTF">2026-09-28T04:17:59Z</dcterms:modified>
</cp:coreProperties>
</file>