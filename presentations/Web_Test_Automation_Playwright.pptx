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2026 - ENGINEERING WORKING SESSIONS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Test Automation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Playwright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17520"/>
            <a:ext cx="96862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runnable smoke suite for the RoadSide agent portal (MSU), built and verified against the live UAT environment.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1645920" cy="36576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38912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2 - QA automation working lab   |   Hoang Quach   |   RSA / GAN on roadside-uat.aspireasia.net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automate the web portal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manual regression currently costs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5300320" cy="3566160"/>
          </a:xfrm>
          <a:prstGeom prst="roundRect">
            <a:avLst>
              <a:gd name="adj" fmla="val 2051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- manual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48614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release, QA re-checks the same journeys by hand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Regressions are found late, often after deployment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is a screenshot pasted into a ticket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re-tests the boring paths under time pressure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lives in one tester’s head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627632"/>
            <a:ext cx="5300320" cy="3566160"/>
          </a:xfrm>
          <a:prstGeom prst="roundRect">
            <a:avLst>
              <a:gd name="adj" fmla="val 2051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390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an automated suite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43904" y="2231136"/>
            <a:ext cx="48614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13 checks run in about one minute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regression fails the run before QA ever sees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is produced automatically: trace, video, screenshot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suite is the written-down definition of "it still works"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can run it - one command, no tribal knowledge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7607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does not replace QA. It takes the repetitive regression pass off their plate so they can test what is actually new.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Playwright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open-source browser automation framework from Microsoft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API drives Chromium, Firefox and WebKit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test, three engines - and mobile-browser emulation for responsive checks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Auto-waiting is built in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waits for the element to be visible, stable and enabled - no sleep() calls, which is where flaky suites come from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are TypeScript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language and tooling as a front-end developer already uses; types catch selector mistakes before a run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is first class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report, video, screenshots and a trace viewer that replays the run step by step with the DOM at each point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and vendor-neutral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licence, no per-seat cost, no cloud dependency - it runs on a laptop and in CI the same way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Playwright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process drives a real browser over a debug protocol - no Selenium grid, no browser driver binaries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19072"/>
            <a:ext cx="1962851" cy="960120"/>
          </a:xfrm>
          <a:prstGeom prst="roundRect">
            <a:avLst>
              <a:gd name="adj" fmla="val 7619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73936"/>
            <a:ext cx="181654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(TypeScript)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29779" y="1719072"/>
            <a:ext cx="310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675" y="1719072"/>
            <a:ext cx="1962851" cy="960120"/>
          </a:xfrm>
          <a:prstGeom prst="roundRect">
            <a:avLst>
              <a:gd name="adj" fmla="val 7619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3827" y="1773936"/>
            <a:ext cx="181654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runner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3526" y="1719072"/>
            <a:ext cx="310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14422" y="1719072"/>
            <a:ext cx="1962851" cy="960120"/>
          </a:xfrm>
          <a:prstGeom prst="roundRect">
            <a:avLst>
              <a:gd name="adj" fmla="val 7619"/>
            </a:avLst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7574" y="1773936"/>
            <a:ext cx="181654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over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CDP / WebSocket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77273" y="1719072"/>
            <a:ext cx="310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88169" y="1719072"/>
            <a:ext cx="1962851" cy="960120"/>
          </a:xfrm>
          <a:prstGeom prst="roundRect">
            <a:avLst>
              <a:gd name="adj" fmla="val 7619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321" y="1773936"/>
            <a:ext cx="181654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UAT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51020" y="1719072"/>
            <a:ext cx="310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61916" y="1719072"/>
            <a:ext cx="1962851" cy="960120"/>
          </a:xfrm>
          <a:prstGeom prst="roundRect">
            <a:avLst>
              <a:gd name="adj" fmla="val 7619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5068" y="1773936"/>
            <a:ext cx="181654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Trace, video,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99923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context per test = clean cookies and storage, so tests cannot leak into each other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sign in once in a setup project and reuse the stored session, so 11 of the 13 cases skip the login screen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Locators are lazy: they resolve at the moment of the action, so a re-rendered element is not a stale reference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observable - the run can record the network, the console and the DOM without extra code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4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 for RoadSide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2290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E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features, thirteen checks, running against the live UAT portal - not a demo app.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suite: 5 features, 13 checks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ai-workshop/roadside-web - runs against roadside-uat.aspireasia.net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7955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proves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 sign-in reaches the job list; a wrong password stays put and shows the server message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Dealer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filters by client and every row matches; detail opens with the same code and name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 User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columns are intact; detail matches the row and carries the Mobile Provider flag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Announcement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renders; a draft is created end to end; its detail shows title, status and content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by id; detail opens from the list; a job is created through the full cascade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279392"/>
            <a:ext cx="2065264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407408"/>
            <a:ext cx="206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8368" y="4956048"/>
            <a:ext cx="188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checks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15072" y="4279392"/>
            <a:ext cx="2065264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15072" y="4407408"/>
            <a:ext cx="206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 min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906512" y="4956048"/>
            <a:ext cx="188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suite, serial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63216" y="4279392"/>
            <a:ext cx="2065264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63216" y="4407408"/>
            <a:ext cx="206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154656" y="4956048"/>
            <a:ext cx="188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written per run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1360" y="4279392"/>
            <a:ext cx="2065264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1360" y="4407408"/>
            <a:ext cx="206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546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402800" y="4956048"/>
            <a:ext cx="188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test code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559503" y="4279392"/>
            <a:ext cx="2065264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59503" y="4407408"/>
            <a:ext cx="206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650943" y="4956048"/>
            <a:ext cx="188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passing on UAT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928" y="5605272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cases write real data (one announcement, one job). Every free-text field is prefixed [AUTO-TEST] so the rows are obvious and cleanable.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suite is organised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objects keep the selectors in one place, so a UI change is a one-line fix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11057839" cy="2286000"/>
          </a:xfrm>
          <a:prstGeom prst="roundRect">
            <a:avLst>
              <a:gd name="adj" fmla="val 2400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73936"/>
            <a:ext cx="10655503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roadside-web/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pages/          LoginPage, JobPages, DealerPages, ProviderPages, AnnouncementPages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          auth.setup.ts + one spec per feature (01-login … 05-job)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playwright.config.ts   serial, trace/video/screenshot ON, HTML + JUnit + JSON reporters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.env            base URL, account, environment-specific ids   (git-ignored)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reports/        junit.xml, results.json        playwright-report/  index.html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96849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spec per feature, one page object per screen - the shape a new joiner can guess.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32511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values live in .env, never in the test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ids, job ids and programs differ per environment - hard-coding them is why suites "work on my machine"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are git-ignored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.env.example is committed as the template; the real .env never leaves the laptop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test actually looks like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TC02.2 - the dealer detail must match the row it was opened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73936"/>
            <a:ext cx="10655503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test('TC02.2 dealer detail opens from the list with matching code and name', async ({ page }) =&gt;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list = new DealerListPage(page);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list.goto();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list.searchClient(CLIENT_ID);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first = list.rows.first();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code = (await first.locator('td:nth-child(4)').innerText()).trim();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name = (await first.locator('td:nth-child(5)').innerText()).trim();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detailPage = await list.openFirst();          // handles the new-tab link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detail = new DealerEditPage(detailPage);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expect(detail.code).toHaveValue(code);        // auto-waits, retries, then fails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expect(detail.name).toHaveValue(name);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488289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sleeps, no manual waits. expect() polls until the condition holds or the timeout expires.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produced automatically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test - passed or failed - records a trace, a video and a screenshot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5300320" cy="3017520"/>
          </a:xfrm>
          <a:prstGeom prst="roundRect">
            <a:avLst>
              <a:gd name="adj" fmla="val 2424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run produces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486140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playwright-report/index.html - the run, test by test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viewer - replay each step with the DOM, network and console at that moment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and screenshot per test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reports/junit.xml for CI, results.json for reporting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627632"/>
            <a:ext cx="5300320" cy="3017520"/>
          </a:xfrm>
          <a:prstGeom prst="roundRect">
            <a:avLst>
              <a:gd name="adj" fmla="val 2424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390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 here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43904" y="2231136"/>
            <a:ext cx="486140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failure comes with proof, not "it did not work"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and developers look at the same artefact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trace shows the state before the failure, so no re-running to reproduce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Acceptance evidence for a ticket is a by-product, not extra 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873752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5020056"/>
            <a:ext cx="10655503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                # 13 checks, ~1 minute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report           # opens the HTML report with traces and videos inline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writing the tests revealed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against a live environment finds things a demo app never would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creation depends on a data chain nobody had written down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 program → customer tier → privilege → service type, each loaded by a separate ajax call. On UAT only the test programs (HOT UAT, Meo, Vit, Duck) have a privilege at all - Honda’s real programs have none, so a job cannot be created with them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rejected save answers HTTP 200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{"success":false,"error":"Privilege is required"} plus a browser alert(). The test captures the dialog so the failure message names the real reason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dealer detail page has no Save button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commented out in the view - dealers come from the CMS sync. The test asserts what the page really is, not what we assumed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dropdown label is inconsistent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Sometimes "Honda Automobile (Thailand) Co., Ltd. (380)", sometimes without the id - the one flake we hit, now normalised in the assertion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4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AI changed the effort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2290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E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suite was written by an AI agent driving the real application - measured, not estimated.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it with an AI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Code, working in the repository and against the live UAT 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1962851" cy="868680"/>
          </a:xfrm>
          <a:prstGeom prst="roundRect">
            <a:avLst>
              <a:gd name="adj" fmla="val 8421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82496"/>
            <a:ext cx="1816547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MVC views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29779" y="1627632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675" y="1627632"/>
            <a:ext cx="1962851" cy="868680"/>
          </a:xfrm>
          <a:prstGeom prst="roundRect">
            <a:avLst>
              <a:gd name="adj" fmla="val 8421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3827" y="1682496"/>
            <a:ext cx="1816547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3526" y="1627632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14422" y="1627632"/>
            <a:ext cx="1962851" cy="868680"/>
          </a:xfrm>
          <a:prstGeom prst="roundRect">
            <a:avLst>
              <a:gd name="adj" fmla="val 8421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7574" y="1682496"/>
            <a:ext cx="1816547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specs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77273" y="1627632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88169" y="1627632"/>
            <a:ext cx="1962851" cy="868680"/>
          </a:xfrm>
          <a:prstGeom prst="roundRect">
            <a:avLst>
              <a:gd name="adj" fmla="val 8421"/>
            </a:avLst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321" y="1682496"/>
            <a:ext cx="1816547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against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51020" y="1627632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61916" y="1627632"/>
            <a:ext cx="1962851" cy="868680"/>
          </a:xfrm>
          <a:prstGeom prst="roundRect">
            <a:avLst>
              <a:gd name="adj" fmla="val 8421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5068" y="1682496"/>
            <a:ext cx="1816547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failures,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fix, re-run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86207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read the application, it did not guess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Selectors came from JobLst.cshtml, Job.cshtml, DealerList.cshtml - real ids like #tbMain, #btnSearch, select[name="clientProgram"]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probed the live app to answer its own questions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job creation failed with "Privilege is required", it enumerated every program/tier combination on UAT and found which ones actually have a privilege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became knowledge, not guesswork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red run was read, diagnosed and fixed; the reasons are written into the README so the next person does not rediscover them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14807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27608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 h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8368" y="582472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empty folder to 13 green checks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77108" y="514807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7108" y="527608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468548" y="582472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checks, all verified on UAT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87288" y="514807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7288" y="527608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78728" y="582472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full-suite runs to prove stability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97467" y="514807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97467" y="527608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88907" y="582472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flake found and fixed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human time still goes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is fast at the mechanical work; judgement stays with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5300320" cy="347472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is good 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486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application to find real selectors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page objects and specs in a consistent shape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Running, reading the failure, fixing, re-running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Probing the environment to answer factual questions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down what it learned so it is not lost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627632"/>
            <a:ext cx="5300320" cy="347472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390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still decide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43904" y="2231136"/>
            <a:ext cx="486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journeys matter enough to automate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counts as acceptable test data on a shared environment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a failure is a test bug or a product bug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may touch production, and what may never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before anything is merged - same PR bar as any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7607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workshop point: the cost of an automated check has dropped far enough that "we do not have time to automate it" is no longer the real constraint.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it in CI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command a developer runs is the command the pipeline runs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11057839" cy="2011680"/>
          </a:xfrm>
          <a:prstGeom prst="roundRect">
            <a:avLst>
              <a:gd name="adj" fmla="val 2727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73936"/>
            <a:ext cx="10655503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CI runner - CodeBuild, Bitbucket Pipelines, GitHub Actions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install --with-deps chromium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                      # retries once on CI, serial, ~1 minute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artefacts to keep: playwright-report/  reports/junit.xml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36941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JUnit XML is what a CI dashboard reads; the HTML report is what a human opens.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14223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 every pull request against the target branch, and nightly against UAT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red suite blocks the merge - that is the whole point of the investment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to arrange: CI credentials and a stable non-production account that does not rotate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coverage to the journeys that hurt most when they break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Dispatch, job status transitions, the Benefit redemption path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 suite in CI and make it a merge gate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CI permissions and a dedicated non-production account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the test data problem as a first-class task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UAT programs without privileges blocked job creation - seed data should be known and stable, not discovered by a failing test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same pattern on the mobile app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tool, same approach - see the mobile deck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ai-workshop/roadside-web   |   github.com/bulubuloa/AS.APAC.AI.Workshop   |   Hoang Quach - Vietnam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International SOS - APAC Aspire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Test Automation with Playwright</dc:title>
  <dc:subject>PptxGenJS Presentation</dc:subject>
  <dc:creator>Hoang Quach</dc:creator>
  <cp:lastModifiedBy>Hoang Quach</cp:lastModifiedBy>
  <cp:revision>1</cp:revision>
  <dcterms:created xsi:type="dcterms:W3CDTF">2026-09-23T06:45:37Z</dcterms:created>
  <dcterms:modified xsi:type="dcterms:W3CDTF">2026-09-23T06:45:37Z</dcterms:modified>
</cp:coreProperties>
</file>