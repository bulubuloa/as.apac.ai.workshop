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suite did not exist before. Not because nobody wanted it - because writing one by hand costs days that nobody had.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one afternoon produced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RSA portal has been live for years with no automated regression at all. This is where it stood by the end of one session.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627300" cy="1371600"/>
          </a:xfrm>
          <a:prstGeom prst="roundRect">
            <a:avLst>
              <a:gd name="adj" fmla="val 5333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5564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→ 13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230428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checks, from nothing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77108" y="1627632"/>
            <a:ext cx="2627300" cy="1371600"/>
          </a:xfrm>
          <a:prstGeom prst="roundRect">
            <a:avLst>
              <a:gd name="adj" fmla="val 5333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77108" y="175564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68548" y="230428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 covered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7288" y="1627632"/>
            <a:ext cx="2627300" cy="1371600"/>
          </a:xfrm>
          <a:prstGeom prst="roundRect">
            <a:avLst>
              <a:gd name="adj" fmla="val 5333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87288" y="175564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78728" y="230428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build the whole suite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97467" y="1627632"/>
            <a:ext cx="2627300" cy="1371600"/>
          </a:xfrm>
          <a:prstGeom prst="roundRect">
            <a:avLst>
              <a:gd name="adj" fmla="val 5333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97467" y="175564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088907" y="230428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run it, start to finish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4564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112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Empty folder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98216" y="34564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409112" y="34564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2264" y="35112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test passing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real site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0400" y="34564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51296" y="34564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4448" y="35112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13 checks green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82583" y="34564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9093479" y="34564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66631" y="35112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result 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full runs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782312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782312"/>
            <a:ext cx="64008" cy="731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82312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expensive part is done. Sign-in, the screens, the evidence and the report already exist - so the next check is minutes of work, not days.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66928" y="5742432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the suite running live, against UAT.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the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the tests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them and reads what failed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Fixes and runs again until they pass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down what it learned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are worth automating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problem or a real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merges without a review - same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2026-09-28T04:36:27Z</dcterms:created>
  <dcterms:modified xsi:type="dcterms:W3CDTF">2026-09-28T04:36:27Z</dcterms:modified>
</cp:coreProperties>
</file>